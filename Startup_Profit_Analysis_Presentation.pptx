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svg" ContentType="image/svg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diagrams/data1.xml" ContentType="application/vnd.openxmlformats-officedocument.drawingml.diagramData+xml"/>
  <Override PartName="/ppt/diagrams/layout1.xml" ContentType="application/vnd.openxmlformats-officedocument.drawingml.diagramLayout+xml"/>
  <Override PartName="/ppt/diagrams/quickStyle1.xml" ContentType="application/vnd.openxmlformats-officedocument.drawingml.diagramStyle+xml"/>
  <Override PartName="/ppt/diagrams/colors1.xml" ContentType="application/vnd.openxmlformats-officedocument.drawingml.diagramColors+xml"/>
  <Override PartName="/ppt/diagrams/drawing1.xml" ContentType="application/vnd.ms-office.drawingml.diagramDrawing+xml"/>
  <Override PartName="/ppt/diagrams/data2.xml" ContentType="application/vnd.openxmlformats-officedocument.drawingml.diagramData+xml"/>
  <Override PartName="/ppt/diagrams/layout2.xml" ContentType="application/vnd.openxmlformats-officedocument.drawingml.diagramLayout+xml"/>
  <Override PartName="/ppt/diagrams/quickStyle2.xml" ContentType="application/vnd.openxmlformats-officedocument.drawingml.diagramStyle+xml"/>
  <Override PartName="/ppt/diagrams/colors2.xml" ContentType="application/vnd.openxmlformats-officedocument.drawingml.diagramColors+xml"/>
  <Override PartName="/ppt/diagrams/drawing2.xml" ContentType="application/vnd.ms-office.drawingml.diagramDrawing+xml"/>
  <Override PartName="/ppt/diagrams/data3.xml" ContentType="application/vnd.openxmlformats-officedocument.drawingml.diagramData+xml"/>
  <Override PartName="/ppt/diagrams/layout3.xml" ContentType="application/vnd.openxmlformats-officedocument.drawingml.diagramLayout+xml"/>
  <Override PartName="/ppt/diagrams/quickStyle3.xml" ContentType="application/vnd.openxmlformats-officedocument.drawingml.diagramStyle+xml"/>
  <Override PartName="/ppt/diagrams/colors3.xml" ContentType="application/vnd.openxmlformats-officedocument.drawingml.diagramColors+xml"/>
  <Override PartName="/ppt/diagrams/drawing3.xml" ContentType="application/vnd.ms-office.drawingml.diagramDrawing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notesMasterIdLst>
    <p:notesMasterId r:id="rId15"/>
  </p:notes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8" r:id="rId11"/>
    <p:sldId id="269" r:id="rId12"/>
    <p:sldId id="266" r:id="rId13"/>
    <p:sldId id="267" r:id="rId14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Medium Style 2 - Accent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  <a:tblStyle styleId="{8EC20E35-A176-4012-BC5E-935CFFF8708E}" styleName="Medium Style 3">
    <a:wholeTbl>
      <a:tcTxStyle>
        <a:fontRef idx="minor"/>
        <a:schemeClr val="dk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 w="25400" cmpd="sng">
              <a:solidFill>
                <a:schemeClr val="dk1"/>
              </a:solidFill>
            </a:ln>
          </a:top>
          <a:bottom>
            <a:ln w="25400" cmpd="sng">
              <a:solidFill>
                <a:schemeClr val="dk1"/>
              </a:solidFill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solidFill>
            <a:schemeClr val="lt1"/>
          </a:solidFill>
        </a:fill>
      </a:tcStyle>
    </a:wholeTbl>
    <a:band1H>
      <a:tcStyle>
        <a:tcBdr/>
        <a:fill>
          <a:solidFill>
            <a:schemeClr val="dk1">
              <a:tint val="20000"/>
            </a:schemeClr>
          </a:solidFill>
        </a:fill>
      </a:tcStyle>
    </a:band1H>
    <a:band1V>
      <a:tcStyle>
        <a:tcBdr/>
        <a:fill>
          <a:solidFill>
            <a:schemeClr val="dk1">
              <a:tint val="20000"/>
            </a:schemeClr>
          </a:solidFill>
        </a:fill>
      </a:tcStyle>
    </a:band1V>
    <a:lastCol>
      <a:tcTxStyle b="on">
        <a:fontRef idx="minor">
          <a:scrgbClr r="0" g="0" b="0"/>
        </a:fontRef>
        <a:schemeClr val="lt1"/>
      </a:tcTxStyle>
      <a:tcStyle>
        <a:tcBdr/>
        <a:fill>
          <a:solidFill>
            <a:schemeClr val="dk1"/>
          </a:solidFill>
        </a:fill>
      </a:tcStyle>
    </a:lastCol>
    <a:firstCol>
      <a:tcTxStyle b="on">
        <a:fontRef idx="minor">
          <a:scrgbClr r="0" g="0" b="0"/>
        </a:fontRef>
        <a:schemeClr val="lt1"/>
      </a:tcTxStyle>
      <a:tcStyle>
        <a:tcBdr/>
        <a:fill>
          <a:solidFill>
            <a:schemeClr val="dk1"/>
          </a:solidFill>
        </a:fill>
      </a:tcStyle>
    </a:firstCol>
    <a:lastRow>
      <a:tcTxStyle b="on"/>
      <a:tcStyle>
        <a:tcBdr>
          <a:top>
            <a:ln w="50800" cmpd="dbl">
              <a:solidFill>
                <a:schemeClr val="dk1"/>
              </a:solidFill>
            </a:ln>
          </a:top>
        </a:tcBdr>
        <a:fill>
          <a:solidFill>
            <a:schemeClr val="lt1"/>
          </a:solidFill>
        </a:fill>
      </a:tcStyle>
    </a:lastRow>
    <a:seCell>
      <a:tcTxStyle b="on">
        <a:fontRef idx="minor">
          <a:scrgbClr r="0" g="0" b="0"/>
        </a:fontRef>
        <a:schemeClr val="dk1"/>
      </a:tcTxStyle>
      <a:tcStyle>
        <a:tcBdr/>
      </a:tcStyle>
    </a:seCell>
    <a:swCell>
      <a:tcTxStyle b="on">
        <a:fontRef idx="minor">
          <a:scrgbClr r="0" g="0" b="0"/>
        </a:fontRef>
        <a:schemeClr val="dk1"/>
      </a:tcTxStyle>
      <a:tcStyle>
        <a:tcBdr/>
      </a:tcStyle>
    </a:swCell>
    <a:firstRow>
      <a:tcTxStyle b="on">
        <a:fontRef idx="minor">
          <a:scrgbClr r="0" g="0" b="0"/>
        </a:fontRef>
        <a:schemeClr val="lt1"/>
      </a:tcTxStyle>
      <a:tcStyle>
        <a:tcBdr>
          <a:bottom>
            <a:ln w="25400" cmpd="sng">
              <a:solidFill>
                <a:schemeClr val="dk1"/>
              </a:solidFill>
            </a:ln>
          </a:bottom>
        </a:tcBdr>
        <a:fill>
          <a:solidFill>
            <a:schemeClr val="dk1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4995" autoAdjust="0"/>
    <p:restoredTop sz="94660"/>
  </p:normalViewPr>
  <p:slideViewPr>
    <p:cSldViewPr snapToGrid="0">
      <p:cViewPr varScale="1">
        <p:scale>
          <a:sx n="59" d="100"/>
          <a:sy n="59" d="100"/>
        </p:scale>
        <p:origin x="84" y="29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theme" Target="theme/theme1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viewProps" Target="viewProps.xml"/><Relationship Id="rId2" Type="http://schemas.openxmlformats.org/officeDocument/2006/relationships/slide" Target="slides/slide1.xml"/><Relationship Id="rId16" Type="http://schemas.openxmlformats.org/officeDocument/2006/relationships/presProps" Target="presProp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notesMaster" Target="notesMasters/notesMaster1.xml"/><Relationship Id="rId10" Type="http://schemas.openxmlformats.org/officeDocument/2006/relationships/slide" Target="slides/slide9.xml"/><Relationship Id="rId19" Type="http://schemas.openxmlformats.org/officeDocument/2006/relationships/tableStyles" Target="tableStyles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/Relationships>
</file>

<file path=ppt/diagrams/_rels/data3.xml.rels><?xml version="1.0" encoding="UTF-8" standalone="yes"?>
<Relationships xmlns="http://schemas.openxmlformats.org/package/2006/relationships"><Relationship Id="rId3" Type="http://schemas.openxmlformats.org/officeDocument/2006/relationships/image" Target="../media/image13.svg"/><Relationship Id="rId2" Type="http://schemas.openxmlformats.org/officeDocument/2006/relationships/image" Target="../media/image12.svg"/><Relationship Id="rId1" Type="http://schemas.openxmlformats.org/officeDocument/2006/relationships/image" Target="../media/image11.svg"/><Relationship Id="rId4" Type="http://schemas.openxmlformats.org/officeDocument/2006/relationships/image" Target="../media/image14.svg"/></Relationships>
</file>

<file path=ppt/diagrams/_rels/drawing3.xml.rels><?xml version="1.0" encoding="UTF-8" standalone="yes"?>
<Relationships xmlns="http://schemas.openxmlformats.org/package/2006/relationships"><Relationship Id="rId3" Type="http://schemas.openxmlformats.org/officeDocument/2006/relationships/image" Target="../media/image13.svg"/><Relationship Id="rId2" Type="http://schemas.openxmlformats.org/officeDocument/2006/relationships/image" Target="../media/image12.svg"/><Relationship Id="rId1" Type="http://schemas.openxmlformats.org/officeDocument/2006/relationships/image" Target="../media/image11.svg"/><Relationship Id="rId4" Type="http://schemas.openxmlformats.org/officeDocument/2006/relationships/image" Target="../media/image14.svg"/></Relationships>
</file>

<file path=ppt/diagrams/colors1.xml><?xml version="1.0" encoding="utf-8"?>
<dgm:colorsDef xmlns:dgm="http://schemas.openxmlformats.org/drawingml/2006/diagram" xmlns:a="http://schemas.openxmlformats.org/drawingml/2006/main" uniqueId="urn:microsoft.com/office/officeart/2005/8/colors/colorful5">
  <dgm:title val=""/>
  <dgm:desc val=""/>
  <dgm:catLst>
    <dgm:cat type="colorful" pri="10500"/>
  </dgm:catLst>
  <dgm:styleLbl name="node0">
    <dgm:fillClrLst meth="repeat"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node1">
    <dgm:fillClrLst>
      <a:schemeClr val="accent5"/>
      <a:schemeClr val="accent6"/>
    </dgm:fillClrLst>
    <dgm:linClrLst meth="repeat">
      <a:schemeClr val="lt1"/>
    </dgm:linClrLst>
    <dgm:effectClrLst/>
    <dgm:txLinClrLst/>
    <dgm:txFillClrLst/>
    <dgm:txEffectClrLst/>
  </dgm:styleLbl>
  <dgm:styleLbl name="alignNode1">
    <dgm:fillClrLst>
      <a:schemeClr val="accent5"/>
      <a:schemeClr val="accent6"/>
    </dgm:fillClrLst>
    <dgm:linClrLst>
      <a:schemeClr val="accent5"/>
      <a:schemeClr val="accent6"/>
    </dgm:linClrLst>
    <dgm:effectClrLst/>
    <dgm:txLinClrLst/>
    <dgm:txFillClrLst/>
    <dgm:txEffectClrLst/>
  </dgm:styleLbl>
  <dgm:styleLbl name="lnNode1">
    <dgm:fillClrLst>
      <a:schemeClr val="accent5"/>
      <a:schemeClr val="accent6"/>
    </dgm:fillClrLst>
    <dgm:linClrLst meth="repeat">
      <a:schemeClr val="lt1"/>
    </dgm:linClrLst>
    <dgm:effectClrLst/>
    <dgm:txLinClrLst/>
    <dgm:txFillClrLst/>
    <dgm:txEffectClrLst/>
  </dgm:styleLbl>
  <dgm:styleLbl name="vennNode1">
    <dgm:fillClrLst>
      <a:schemeClr val="accent5">
        <a:alpha val="50000"/>
      </a:schemeClr>
      <a:schemeClr val="accent6">
        <a:alpha val="50000"/>
      </a:schemeClr>
    </dgm:fillClrLst>
    <dgm:linClrLst meth="repeat">
      <a:schemeClr val="lt1"/>
    </dgm:linClrLst>
    <dgm:effectClrLst/>
    <dgm:txLinClrLst/>
    <dgm:txFillClrLst/>
    <dgm:txEffectClrLst/>
  </dgm:styleLbl>
  <dgm:styleLbl name="node2">
    <dgm:fillClrLst>
      <a:schemeClr val="accent6"/>
    </dgm:fillClrLst>
    <dgm:linClrLst meth="repeat">
      <a:schemeClr val="lt1"/>
    </dgm:linClrLst>
    <dgm:effectClrLst/>
    <dgm:txLinClrLst/>
    <dgm:txFillClrLst/>
    <dgm:txEffectClrLst/>
  </dgm:styleLbl>
  <dgm:styleLbl name="node3">
    <dgm:fillClrLst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4">
    <dgm:fillClrLst>
      <a:schemeClr val="accent2"/>
    </dgm:fillClrLst>
    <dgm:linClrLst meth="repeat">
      <a:schemeClr val="lt1"/>
    </dgm:linClrLst>
    <dgm:effectClrLst/>
    <dgm:txLinClrLst/>
    <dgm:txFillClrLst/>
    <dgm:txEffectClrLst/>
  </dgm:styleLbl>
  <dgm:styleLbl name="fgImgPlace1">
    <dgm:fillClrLst>
      <a:schemeClr val="accent5">
        <a:tint val="50000"/>
      </a:schemeClr>
      <a:schemeClr val="accent6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alignImgPlace1">
    <dgm:fillClrLst>
      <a:schemeClr val="accent5">
        <a:tint val="50000"/>
      </a:schemeClr>
      <a:schemeClr val="accent6">
        <a:tint val="2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ImgPlace1">
    <dgm:fillClrLst>
      <a:schemeClr val="accent5">
        <a:tint val="50000"/>
      </a:schemeClr>
      <a:schemeClr val="accent6">
        <a:tint val="2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2D1">
    <dgm:fillClrLst>
      <a:schemeClr val="accent5"/>
      <a:schemeClr val="accent6"/>
    </dgm:fillClrLst>
    <dgm:linClrLst meth="repeat">
      <a:schemeClr val="lt1"/>
    </dgm:linClrLst>
    <dgm:effectClrLst/>
    <dgm:txLinClrLst/>
    <dgm:txFillClrLst/>
    <dgm:txEffectClrLst/>
  </dgm:styleLbl>
  <dgm:styleLbl name="fgSibTrans2D1">
    <dgm:fillClrLst>
      <a:schemeClr val="accent5"/>
      <a:schemeClr val="accent6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SibTrans2D1">
    <dgm:fillClrLst>
      <a:schemeClr val="accent5"/>
      <a:schemeClr val="accent6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1D1">
    <dgm:fillClrLst/>
    <dgm:linClrLst>
      <a:schemeClr val="accent5"/>
      <a:schemeClr val="accent6"/>
    </dgm:linClrLst>
    <dgm:effectClrLst/>
    <dgm:txLinClrLst/>
    <dgm:txFillClrLst meth="repeat">
      <a:schemeClr val="tx1"/>
    </dgm:txFillClrLst>
    <dgm:txEffectClrLst/>
  </dgm:styleLbl>
  <dgm:styleLbl name="callout">
    <dgm:fillClrLst meth="repeat">
      <a:schemeClr val="accent5"/>
    </dgm:fillClrLst>
    <dgm:linClrLst meth="repeat">
      <a:schemeClr val="accent5">
        <a:tint val="50000"/>
      </a:schemeClr>
    </dgm:linClrLst>
    <dgm:effectClrLst/>
    <dgm:txLinClrLst/>
    <dgm:txFillClrLst meth="repeat">
      <a:schemeClr val="tx1"/>
    </dgm:txFillClrLst>
    <dgm:txEffectClrLst/>
  </dgm:styleLbl>
  <dgm:styleLbl name="asst0">
    <dgm:fillClrLst meth="repeat">
      <a:schemeClr val="accent5"/>
    </dgm:fillClrLst>
    <dgm:linClrLst meth="repeat">
      <a:schemeClr val="lt1">
        <a:shade val="80000"/>
      </a:schemeClr>
    </dgm:linClrLst>
    <dgm:effectClrLst/>
    <dgm:txLinClrLst/>
    <dgm:txFillClrLst/>
    <dgm:txEffectClrLst/>
  </dgm:styleLbl>
  <dgm:styleLbl name="asst1">
    <dgm:fillClrLst meth="repeat">
      <a:schemeClr val="accent6"/>
    </dgm:fillClrLst>
    <dgm:linClrLst meth="repeat">
      <a:schemeClr val="lt1">
        <a:shade val="80000"/>
      </a:schemeClr>
    </dgm:linClrLst>
    <dgm:effectClrLst/>
    <dgm:txLinClrLst/>
    <dgm:txFillClrLst/>
    <dgm:txEffectClrLst/>
  </dgm:styleLbl>
  <dgm:styleLbl name="asst2">
    <dgm:fillClrLst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3">
    <dgm:fillClrLst>
      <a:schemeClr val="accent2"/>
    </dgm:fillClrLst>
    <dgm:linClrLst meth="repeat">
      <a:schemeClr val="lt1"/>
    </dgm:linClrLst>
    <dgm:effectClrLst/>
    <dgm:txLinClrLst/>
    <dgm:txFillClrLst/>
    <dgm:txEffectClrLst/>
  </dgm:styleLbl>
  <dgm:styleLbl name="asst4">
    <dgm:fillClrLst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parChTrans2D1">
    <dgm:fillClrLst meth="repeat">
      <a:schemeClr val="accent5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parChTrans2D2">
    <dgm:fillClrLst meth="repeat">
      <a:schemeClr val="accent6"/>
    </dgm:fillClrLst>
    <dgm:linClrLst meth="repeat">
      <a:schemeClr val="lt1"/>
    </dgm:linClrLst>
    <dgm:effectClrLst/>
    <dgm:txLinClrLst/>
    <dgm:txFillClrLst/>
    <dgm:txEffectClrLst/>
  </dgm:styleLbl>
  <dgm:styleLbl name="parChTrans2D3">
    <dgm:fillClrLst meth="repeat">
      <a:schemeClr val="accent6"/>
    </dgm:fillClrLst>
    <dgm:linClrLst meth="repeat">
      <a:schemeClr val="lt1"/>
    </dgm:linClrLst>
    <dgm:effectClrLst/>
    <dgm:txLinClrLst/>
    <dgm:txFillClrLst/>
    <dgm:txEffectClrLst/>
  </dgm:styleLbl>
  <dgm:styleLbl name="parChTrans2D4">
    <dgm:fillClrLst meth="repeat">
      <a:schemeClr val="accent1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parChTrans1D1">
    <dgm:fillClrLst meth="repeat">
      <a:schemeClr val="accent5"/>
    </dgm:fillClrLst>
    <dgm:linClrLst meth="repeat">
      <a:schemeClr val="accent5"/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accent6">
        <a:tint val="90000"/>
      </a:schemeClr>
    </dgm:fillClrLst>
    <dgm:linClrLst meth="repeat">
      <a:schemeClr val="accent6"/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accent6">
        <a:tint val="70000"/>
      </a:schemeClr>
    </dgm:fillClrLst>
    <dgm:linClrLst meth="repeat">
      <a:schemeClr val="accent1"/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accent6">
        <a:tint val="50000"/>
      </a:schemeClr>
    </dgm:fillClrLst>
    <dgm:linClrLst meth="repeat">
      <a:schemeClr val="accent2"/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lt1">
        <a:alpha val="90000"/>
      </a:schemeClr>
    </dgm:fillClrLst>
    <dgm:linClrLst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lt1">
        <a:alpha val="90000"/>
      </a:schemeClr>
    </dgm:fillClrLst>
    <dgm:linClrLst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lt1">
        <a:alpha val="90000"/>
      </a:schemeClr>
    </dgm:fillClrLst>
    <dgm:linClrLst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lt1">
        <a:alpha val="40000"/>
      </a:schemeClr>
    </dgm:fillClrLst>
    <dgm:linClrLst meth="repeat">
      <a:schemeClr val="accent5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lt1">
        <a:alpha val="90000"/>
      </a:schemeClr>
    </dgm:fillClrLst>
    <dgm:linClrLst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1"/>
    </dgm:fillClrLst>
    <dgm:linClrLst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fgAccFollowNode1">
    <dgm:fillClrLst>
      <a:schemeClr val="accent5">
        <a:tint val="40000"/>
        <a:alpha val="90000"/>
      </a:schemeClr>
      <a:schemeClr val="accent6">
        <a:tint val="40000"/>
        <a:alpha val="90000"/>
      </a:schemeClr>
    </dgm:fillClrLst>
    <dgm:linClrLst>
      <a:schemeClr val="accent5">
        <a:tint val="40000"/>
        <a:alpha val="90000"/>
      </a:schemeClr>
      <a:schemeClr val="accent5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>
      <a:schemeClr val="accent5">
        <a:tint val="40000"/>
        <a:alpha val="90000"/>
      </a:schemeClr>
      <a:schemeClr val="accent6">
        <a:tint val="40000"/>
        <a:alpha val="90000"/>
      </a:schemeClr>
    </dgm:fillClrLst>
    <dgm:linClrLst>
      <a:schemeClr val="accent5">
        <a:tint val="40000"/>
        <a:alpha val="90000"/>
      </a:schemeClr>
      <a:schemeClr val="accent6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>
      <a:schemeClr val="accent5">
        <a:tint val="40000"/>
        <a:alpha val="90000"/>
      </a:schemeClr>
      <a:schemeClr val="accent6">
        <a:tint val="40000"/>
        <a:alpha val="90000"/>
      </a:schemeClr>
    </dgm:fillClrLst>
    <dgm:linClrLst>
      <a:schemeClr val="accent5">
        <a:tint val="40000"/>
        <a:alpha val="90000"/>
      </a:schemeClr>
      <a:schemeClr val="accent6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lt1">
        <a:alpha val="90000"/>
      </a:schemeClr>
    </dgm:fillClrLst>
    <dgm:linClrLst>
      <a:schemeClr val="accent4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lt1">
        <a:alpha val="90000"/>
      </a:schemeClr>
    </dgm:fillClrLst>
    <dgm:linClrLst>
      <a:schemeClr val="accent6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lt1">
        <a:alpha val="90000"/>
      </a:schemeClr>
    </dgm:fillClrLst>
    <dgm:linClrLst>
      <a:schemeClr val="accent1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lt1">
        <a:alpha val="90000"/>
      </a:schemeClr>
    </dgm:fillClrLst>
    <dgm:linClrLst>
      <a:schemeClr val="accent2"/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accent5">
        <a:tint val="40000"/>
      </a:schemeClr>
    </dgm:fillClrLst>
    <dgm:linClrLst meth="repeat">
      <a:schemeClr val="dk1"/>
    </dgm:linClrLst>
    <dgm:effectClrLst/>
    <dgm:txLinClrLst/>
    <dgm:txFillClrLst meth="repeat">
      <a:schemeClr val="dk1"/>
    </dgm:txFillClrLst>
    <dgm:txEffectClrLst/>
  </dgm:styleLbl>
  <dgm:styleLbl name="dkBgShp">
    <dgm:fillClrLst meth="repeat">
      <a:schemeClr val="accent5">
        <a:shade val="90000"/>
      </a:schemeClr>
    </dgm:fillClrLst>
    <dgm:linClrLst meth="repeat">
      <a:schemeClr val="dk1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accent5">
        <a:tint val="50000"/>
        <a:alpha val="40000"/>
      </a:schemeClr>
    </dgm:fillClrLst>
    <dgm:linClrLst meth="repeat">
      <a:schemeClr val="accent5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accent5">
        <a:tint val="4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</dgm:colorsDef>
</file>

<file path=ppt/diagrams/colors2.xml><?xml version="1.0" encoding="utf-8"?>
<dgm:colorsDef xmlns:dgm="http://schemas.openxmlformats.org/drawingml/2006/diagram" xmlns:a="http://schemas.openxmlformats.org/drawingml/2006/main" uniqueId="urn:microsoft.com/office/officeart/2005/8/colors/accent1_2">
  <dgm:title val=""/>
  <dgm:desc val=""/>
  <dgm:catLst>
    <dgm:cat type="accent1" pri="11200"/>
  </dgm:catLst>
  <dgm:styleLbl name="node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lignNode1">
    <dgm:fillClrLst meth="repeat">
      <a:schemeClr val="accent1"/>
    </dgm:fillClrLst>
    <dgm:linClrLst meth="repeat">
      <a:schemeClr val="accent1"/>
    </dgm:linClrLst>
    <dgm:effectClrLst/>
    <dgm:txLinClrLst/>
    <dgm:txFillClrLst/>
    <dgm:txEffectClrLst/>
  </dgm:styleLbl>
  <dgm:styleLbl name="node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lnNode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vennNode1">
    <dgm:fillClrLst meth="repeat">
      <a:schemeClr val="accent1">
        <a:alpha val="50000"/>
      </a:schemeClr>
    </dgm:fillClrLst>
    <dgm:linClrLst meth="repeat">
      <a:schemeClr val="lt1"/>
    </dgm:linClrLst>
    <dgm:effectClrLst/>
    <dgm:txLinClrLst/>
    <dgm:txFillClrLst/>
    <dgm:txEffectClrLst/>
  </dgm:styleLbl>
  <dgm:styleLbl name="node2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3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4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fg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align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fg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bg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sibTrans1D1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tx1"/>
    </dgm:txFillClrLst>
    <dgm:txEffectClrLst/>
  </dgm:styleLbl>
  <dgm:styleLbl name="callout">
    <dgm:fillClrLst meth="repeat">
      <a:schemeClr val="accent1"/>
    </dgm:fillClrLst>
    <dgm:linClrLst meth="repeat">
      <a:schemeClr val="accent1">
        <a:tint val="50000"/>
      </a:schemeClr>
    </dgm:linClrLst>
    <dgm:effectClrLst/>
    <dgm:txLinClrLst/>
    <dgm:txFillClrLst meth="repeat">
      <a:schemeClr val="tx1"/>
    </dgm:txFillClrLst>
    <dgm:txEffectClrLst/>
  </dgm:styleLbl>
  <dgm:styleLbl name="asst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2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3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4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parCh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 meth="repeat">
      <a:schemeClr val="lt1"/>
    </dgm:txFillClrLst>
    <dgm:txEffectClrLst/>
  </dgm:styleLbl>
  <dgm:styleLbl name="parChTrans2D2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2D3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2D4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1D1">
    <dgm:fillClrLst meth="repeat">
      <a:schemeClr val="accent1"/>
    </dgm:fillClrLst>
    <dgm:linClrLst meth="repeat">
      <a:schemeClr val="accent1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accent1"/>
    </dgm:fillClrLst>
    <dgm:linClrLst meth="repeat">
      <a:schemeClr val="accent1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accent1"/>
    </dgm:fillClrLst>
    <dgm:linClrLst meth="repeat">
      <a:schemeClr val="accent1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accent1"/>
    </dgm:fillClrLst>
    <dgm:linClrLst meth="repeat">
      <a:schemeClr val="accent1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lt1">
        <a:alpha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accent1">
        <a:tint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dkBgShp">
    <dgm:fillClrLst meth="repeat">
      <a:schemeClr val="accent1">
        <a:shade val="80000"/>
      </a:schemeClr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accent1">
        <a:tint val="50000"/>
        <a:alpha val="40000"/>
      </a:schemeClr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accent1">
        <a:tint val="6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</dgm:colorsDef>
</file>

<file path=ppt/diagrams/colors3.xml><?xml version="1.0" encoding="utf-8"?>
<dgm:colorsDef xmlns:dgm="http://schemas.openxmlformats.org/drawingml/2006/diagram" xmlns:a="http://schemas.openxmlformats.org/drawingml/2006/main" uniqueId="urn:microsoft.com/office/officeart/2018/5/colors/Iconchunking_neutralbg_colorful1">
  <dgm:title val=""/>
  <dgm:desc val=""/>
  <dgm:catLst>
    <dgm:cat type="colorful" pri="10100"/>
  </dgm:catLst>
  <dgm:styleLbl name="node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1">
    <dgm:fillClrLst meth="repeat">
      <a:schemeClr val="accent2"/>
      <a:schemeClr val="accent3"/>
      <a:schemeClr val="accent4"/>
      <a:schemeClr val="accent5"/>
      <a:schemeClr val="accent6"/>
    </dgm:fillClrLst>
    <dgm:linClrLst meth="repeat">
      <a:schemeClr val="lt1">
        <a:alpha val="0"/>
      </a:schemeClr>
    </dgm:linClrLst>
    <dgm:effectClrLst/>
    <dgm:txLinClrLst/>
    <dgm:txFillClrLst/>
    <dgm:txEffectClrLst/>
  </dgm:styleLbl>
  <dgm:styleLbl name="alignNode1">
    <dgm:fillClrLst meth="repeat">
      <a:schemeClr val="accent2"/>
      <a:schemeClr val="accent3"/>
      <a:schemeClr val="accent4"/>
      <a:schemeClr val="accent5"/>
      <a:schemeClr val="accent6"/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/>
    <dgm:txEffectClrLst/>
  </dgm:styleLbl>
  <dgm:styleLbl name="lnNode1">
    <dgm:fillClrLst meth="repeat">
      <a:schemeClr val="accent2"/>
      <a:schemeClr val="accent3"/>
      <a:schemeClr val="accent4"/>
      <a:schemeClr val="accent5"/>
      <a:schemeClr val="accent6"/>
    </dgm:fillClrLst>
    <dgm:linClrLst meth="repeat">
      <a:schemeClr val="lt1"/>
    </dgm:linClrLst>
    <dgm:effectClrLst/>
    <dgm:txLinClrLst/>
    <dgm:txFillClrLst/>
    <dgm:txEffectClrLst/>
  </dgm:styleLbl>
  <dgm:styleLbl name="vennNode1">
    <dgm:fillClrLst meth="repeat">
      <a:schemeClr val="accent2">
        <a:alpha val="50000"/>
      </a:schemeClr>
      <a:schemeClr val="accent3">
        <a:alpha val="50000"/>
      </a:schemeClr>
      <a:schemeClr val="accent4">
        <a:alpha val="50000"/>
      </a:schemeClr>
      <a:schemeClr val="accent5">
        <a:alpha val="50000"/>
      </a:schemeClr>
      <a:schemeClr val="accent6">
        <a:alpha val="50000"/>
      </a:schemeClr>
    </dgm:fillClrLst>
    <dgm:linClrLst meth="repeat">
      <a:schemeClr val="lt1"/>
    </dgm:linClrLst>
    <dgm:effectClrLst/>
    <dgm:txLinClrLst/>
    <dgm:txFillClrLst/>
    <dgm:txEffectClrLst/>
  </dgm:styleLbl>
  <dgm:styleLbl name="node2">
    <dgm:fillClrLst>
      <a:schemeClr val="accent2"/>
    </dgm:fillClrLst>
    <dgm:linClrLst meth="repeat">
      <a:schemeClr val="lt1"/>
    </dgm:linClrLst>
    <dgm:effectClrLst/>
    <dgm:txLinClrLst/>
    <dgm:txFillClrLst/>
    <dgm:txEffectClrLst/>
  </dgm:styleLbl>
  <dgm:styleLbl name="node3">
    <dgm:fillClrLst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node4">
    <dgm:fillClrLst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fgImgPlace1">
    <dgm:fillClrLst meth="repeat">
      <a:schemeClr val="accent2">
        <a:tint val="50000"/>
      </a:schemeClr>
      <a:schemeClr val="accent3">
        <a:tint val="50000"/>
      </a:schemeClr>
      <a:schemeClr val="accent4">
        <a:tint val="50000"/>
      </a:schemeClr>
      <a:schemeClr val="accent5">
        <a:tint val="50000"/>
      </a:schemeClr>
      <a:schemeClr val="accent6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alignImgPlace1">
    <dgm:fillClrLst>
      <a:schemeClr val="accent1">
        <a:tint val="50000"/>
      </a:schemeClr>
      <a:schemeClr val="accent2">
        <a:tint val="2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ImgPlace1">
    <dgm:fillClrLst>
      <a:schemeClr val="accent1">
        <a:tint val="50000"/>
      </a:schemeClr>
      <a:schemeClr val="accent2">
        <a:tint val="2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2D1">
    <dgm:fillClrLst meth="repeat">
      <a:schemeClr val="accent2"/>
      <a:schemeClr val="accent3"/>
      <a:schemeClr val="accent4"/>
      <a:schemeClr val="accent5"/>
      <a:schemeClr val="accent6"/>
    </dgm:fillClrLst>
    <dgm:linClrLst meth="cycle">
      <a:schemeClr val="lt1"/>
    </dgm:linClrLst>
    <dgm:effectClrLst/>
    <dgm:txLinClrLst/>
    <dgm:txFillClrLst/>
    <dgm:txEffectClrLst/>
  </dgm:styleLbl>
  <dgm:styleLbl name="fgSibTrans2D1">
    <dgm:fillClrLst meth="repeat">
      <a:schemeClr val="accent2"/>
      <a:schemeClr val="accent3"/>
      <a:schemeClr val="accent4"/>
      <a:schemeClr val="accent5"/>
      <a:schemeClr val="accent6"/>
    </dgm:fillClrLst>
    <dgm:linClrLst meth="cycle">
      <a:schemeClr val="lt1"/>
    </dgm:linClrLst>
    <dgm:effectClrLst/>
    <dgm:txLinClrLst/>
    <dgm:txFillClrLst meth="repeat">
      <a:schemeClr val="lt1"/>
    </dgm:txFillClrLst>
    <dgm:txEffectClrLst/>
  </dgm:styleLbl>
  <dgm:styleLbl name="bgSibTrans2D1">
    <dgm:fillClrLst meth="repeat">
      <a:schemeClr val="accent2"/>
      <a:schemeClr val="accent3"/>
      <a:schemeClr val="accent4"/>
      <a:schemeClr val="accent5"/>
      <a:schemeClr val="accent6"/>
    </dgm:fillClrLst>
    <dgm:linClrLst meth="cycle">
      <a:schemeClr val="lt1"/>
    </dgm:linClrLst>
    <dgm:effectClrLst/>
    <dgm:txLinClrLst/>
    <dgm:txFillClrLst meth="repeat">
      <a:schemeClr val="lt1"/>
    </dgm:txFillClrLst>
    <dgm:txEffectClrLst/>
  </dgm:styleLbl>
  <dgm:styleLbl name="sibTrans1D1">
    <dgm:fillClrLst meth="repeat">
      <a:schemeClr val="accent2"/>
      <a:schemeClr val="accent3"/>
      <a:schemeClr val="accent4"/>
      <a:schemeClr val="accent5"/>
      <a:schemeClr val="accent6"/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tx1"/>
    </dgm:txFillClrLst>
    <dgm:txEffectClrLst/>
  </dgm:styleLbl>
  <dgm:styleLbl name="callout">
    <dgm:fillClrLst meth="repeat">
      <a:schemeClr val="accent2"/>
    </dgm:fillClrLst>
    <dgm:linClrLst meth="repeat">
      <a:schemeClr val="accent2">
        <a:tint val="50000"/>
      </a:schemeClr>
    </dgm:linClrLst>
    <dgm:effectClrLst/>
    <dgm:txLinClrLst/>
    <dgm:txFillClrLst meth="repeat">
      <a:schemeClr val="tx1"/>
    </dgm:txFillClrLst>
    <dgm:txEffectClrLst/>
  </dgm:styleLbl>
  <dgm:styleLbl name="asst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1">
    <dgm:fillClrLst meth="repeat">
      <a:schemeClr val="accent2"/>
    </dgm:fillClrLst>
    <dgm:linClrLst meth="repeat">
      <a:schemeClr val="lt1"/>
    </dgm:linClrLst>
    <dgm:effectClrLst/>
    <dgm:txLinClrLst/>
    <dgm:txFillClrLst/>
    <dgm:txEffectClrLst/>
  </dgm:styleLbl>
  <dgm:styleLbl name="asst2">
    <dgm:fillClrLst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asst3">
    <dgm:fillClrLst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asst4">
    <dgm:fillClrLst>
      <a:schemeClr val="accent5"/>
    </dgm:fillClrLst>
    <dgm:linClrLst meth="repeat">
      <a:schemeClr val="lt1"/>
    </dgm:linClrLst>
    <dgm:effectClrLst/>
    <dgm:txLinClrLst/>
    <dgm:txFillClrLst/>
    <dgm:txEffectClrLst/>
  </dgm:styleLbl>
  <dgm:styleLbl name="parChTrans2D1">
    <dgm:fillClrLst meth="repeat">
      <a:schemeClr val="accent2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parChTrans2D2">
    <dgm:fillClrLst meth="repeat"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parChTrans2D3">
    <dgm:fillClrLst meth="repeat"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parChTrans2D4">
    <dgm:fillClrLst meth="repeat">
      <a:schemeClr val="accent5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parChTrans1D1">
    <dgm:fillClrLst meth="repeat">
      <a:schemeClr val="accent2"/>
    </dgm:fillClrLst>
    <dgm:linClrLst meth="repeat">
      <a:schemeClr val="accent1"/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accent3">
        <a:tint val="90000"/>
      </a:schemeClr>
    </dgm:fillClrLst>
    <dgm:linClrLst meth="repeat">
      <a:schemeClr val="accent2"/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accent4">
        <a:tint val="70000"/>
      </a:schemeClr>
    </dgm:fillClrLst>
    <dgm:linClrLst meth="repeat">
      <a:schemeClr val="accent3"/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accent5">
        <a:tint val="50000"/>
      </a:schemeClr>
    </dgm:fillClrLst>
    <dgm:linClrLst meth="repeat">
      <a:schemeClr val="accent4"/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lt1">
        <a:alpha val="90000"/>
      </a:schemeClr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lt1">
        <a:alpha val="90000"/>
      </a:schemeClr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lt1">
        <a:alpha val="90000"/>
      </a:schemeClr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lt1">
        <a:alpha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lt1">
        <a:alpha val="90000"/>
      </a:schemeClr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1"/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fgAccFollowNode1">
    <dgm:fill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fillClrLst>
    <dgm:lin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fillClrLst>
    <dgm:lin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fillClrLst>
    <dgm:lin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lt1">
        <a:alpha val="90000"/>
      </a:schemeClr>
    </dgm:fillClrLst>
    <dgm:linClrLst>
      <a:schemeClr val="accent1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lt1">
        <a:alpha val="90000"/>
      </a:schemeClr>
    </dgm:fillClrLst>
    <dgm:linClrLst>
      <a:schemeClr val="accent2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lt1">
        <a:alpha val="90000"/>
      </a:schemeClr>
    </dgm:fillClrLst>
    <dgm:linClrLst>
      <a:schemeClr val="accent3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lt1">
        <a:alpha val="90000"/>
      </a:schemeClr>
    </dgm:fillClrLst>
    <dgm:linClrLst>
      <a:schemeClr val="accent4"/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bg1">
        <a:lumMod val="95000"/>
      </a:schemeClr>
    </dgm:fillClrLst>
    <dgm:linClrLst meth="repeat">
      <a:schemeClr val="dk1"/>
    </dgm:linClrLst>
    <dgm:effectClrLst/>
    <dgm:txLinClrLst/>
    <dgm:txFillClrLst meth="repeat">
      <a:schemeClr val="dk1"/>
    </dgm:txFillClrLst>
    <dgm:txEffectClrLst/>
  </dgm:styleLbl>
  <dgm:styleLbl name="dkBgShp">
    <dgm:fillClrLst meth="repeat">
      <a:schemeClr val="accent2">
        <a:shade val="90000"/>
      </a:schemeClr>
    </dgm:fillClrLst>
    <dgm:linClrLst meth="repeat">
      <a:schemeClr val="dk1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accent1">
        <a:tint val="50000"/>
        <a:alpha val="40000"/>
      </a:schemeClr>
    </dgm:fillClrLst>
    <dgm:linClrLst meth="repeat">
      <a:schemeClr val="accent2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accent2">
        <a:tint val="4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</dgm:colorsDef>
</file>

<file path=ppt/diagrams/data1.xml><?xml version="1.0" encoding="utf-8"?>
<dgm:dataModel xmlns:dgm="http://schemas.openxmlformats.org/drawingml/2006/diagram" xmlns:a="http://schemas.openxmlformats.org/drawingml/2006/main">
  <dgm:ptLst>
    <dgm:pt modelId="{368C093A-A373-47D9-87D3-DF747F57B9A6}" type="doc">
      <dgm:prSet loTypeId="urn:microsoft.com/office/officeart/2016/7/layout/LinearArrowProcessNumbered" loCatId="process" qsTypeId="urn:microsoft.com/office/officeart/2005/8/quickstyle/simple4" qsCatId="simple" csTypeId="urn:microsoft.com/office/officeart/2005/8/colors/colorful5" csCatId="colorful"/>
      <dgm:spPr/>
      <dgm:t>
        <a:bodyPr/>
        <a:lstStyle/>
        <a:p>
          <a:endParaRPr lang="en-US"/>
        </a:p>
      </dgm:t>
    </dgm:pt>
    <dgm:pt modelId="{4EBAE18C-6E23-40F1-B0F3-AA4A40EF8304}">
      <dgm:prSet/>
      <dgm:spPr/>
      <dgm:t>
        <a:bodyPr/>
        <a:lstStyle/>
        <a:p>
          <a:r>
            <a:rPr lang="en-US"/>
            <a:t>Analyze startup profit data </a:t>
          </a:r>
        </a:p>
      </dgm:t>
    </dgm:pt>
    <dgm:pt modelId="{86ED43F3-4E24-43DD-A148-623167E66973}" type="parTrans" cxnId="{ECB6F8CF-B508-4821-80E6-AE4ABDCA8B50}">
      <dgm:prSet/>
      <dgm:spPr/>
      <dgm:t>
        <a:bodyPr/>
        <a:lstStyle/>
        <a:p>
          <a:endParaRPr lang="en-US"/>
        </a:p>
      </dgm:t>
    </dgm:pt>
    <dgm:pt modelId="{B3F93D24-9E7D-4B05-BA4E-F526EF5F14D6}" type="sibTrans" cxnId="{ECB6F8CF-B508-4821-80E6-AE4ABDCA8B50}">
      <dgm:prSet phldrT="1" phldr="0"/>
      <dgm:spPr/>
      <dgm:t>
        <a:bodyPr/>
        <a:lstStyle/>
        <a:p>
          <a:r>
            <a:rPr lang="en-US"/>
            <a:t>1</a:t>
          </a:r>
        </a:p>
      </dgm:t>
    </dgm:pt>
    <dgm:pt modelId="{7455A3D1-CA14-413C-8B1D-3F6B2F7F7090}">
      <dgm:prSet/>
      <dgm:spPr/>
      <dgm:t>
        <a:bodyPr/>
        <a:lstStyle/>
        <a:p>
          <a:r>
            <a:rPr lang="en-US"/>
            <a:t>Study the impact of: </a:t>
          </a:r>
        </a:p>
      </dgm:t>
    </dgm:pt>
    <dgm:pt modelId="{0A02372E-6AF6-48B7-9175-94F5A05EB002}" type="parTrans" cxnId="{BB95C0A4-8F27-4EC3-A71C-1C13690782FC}">
      <dgm:prSet/>
      <dgm:spPr/>
      <dgm:t>
        <a:bodyPr/>
        <a:lstStyle/>
        <a:p>
          <a:endParaRPr lang="en-US"/>
        </a:p>
      </dgm:t>
    </dgm:pt>
    <dgm:pt modelId="{14AAD870-EA0B-4F3B-AE39-E0D935FBAE59}" type="sibTrans" cxnId="{BB95C0A4-8F27-4EC3-A71C-1C13690782FC}">
      <dgm:prSet phldrT="2" phldr="0"/>
      <dgm:spPr/>
      <dgm:t>
        <a:bodyPr/>
        <a:lstStyle/>
        <a:p>
          <a:r>
            <a:rPr lang="en-US"/>
            <a:t>2</a:t>
          </a:r>
        </a:p>
      </dgm:t>
    </dgm:pt>
    <dgm:pt modelId="{1BEBC46A-4E38-47A3-952E-A1F444DB5A49}">
      <dgm:prSet/>
      <dgm:spPr/>
      <dgm:t>
        <a:bodyPr/>
        <a:lstStyle/>
        <a:p>
          <a:r>
            <a:rPr lang="en-US"/>
            <a:t>R&amp;D Spend </a:t>
          </a:r>
        </a:p>
      </dgm:t>
    </dgm:pt>
    <dgm:pt modelId="{862ED00F-658A-4864-A5B7-422DAE6CE278}" type="parTrans" cxnId="{8B08EB6F-84EC-4D8E-ABD0-CCF81B81DFC2}">
      <dgm:prSet/>
      <dgm:spPr/>
      <dgm:t>
        <a:bodyPr/>
        <a:lstStyle/>
        <a:p>
          <a:endParaRPr lang="en-US"/>
        </a:p>
      </dgm:t>
    </dgm:pt>
    <dgm:pt modelId="{AF9689B9-DFD6-47E3-9079-46ABEF5D458C}" type="sibTrans" cxnId="{8B08EB6F-84EC-4D8E-ABD0-CCF81B81DFC2}">
      <dgm:prSet/>
      <dgm:spPr/>
      <dgm:t>
        <a:bodyPr/>
        <a:lstStyle/>
        <a:p>
          <a:endParaRPr lang="en-US"/>
        </a:p>
      </dgm:t>
    </dgm:pt>
    <dgm:pt modelId="{A95F5804-83CB-4AF3-97E1-CAA36C98BD6A}">
      <dgm:prSet/>
      <dgm:spPr/>
      <dgm:t>
        <a:bodyPr/>
        <a:lstStyle/>
        <a:p>
          <a:r>
            <a:rPr lang="en-US"/>
            <a:t>Marketing Spend </a:t>
          </a:r>
        </a:p>
      </dgm:t>
    </dgm:pt>
    <dgm:pt modelId="{AEA12956-9944-4CC6-AF8F-7460CB64FB76}" type="parTrans" cxnId="{1D504EA3-B341-4116-8A51-DD74E7CCF15C}">
      <dgm:prSet/>
      <dgm:spPr/>
      <dgm:t>
        <a:bodyPr/>
        <a:lstStyle/>
        <a:p>
          <a:endParaRPr lang="en-US"/>
        </a:p>
      </dgm:t>
    </dgm:pt>
    <dgm:pt modelId="{46D78ED8-EFAA-4347-A8D0-BDE632ADB183}" type="sibTrans" cxnId="{1D504EA3-B341-4116-8A51-DD74E7CCF15C}">
      <dgm:prSet/>
      <dgm:spPr/>
      <dgm:t>
        <a:bodyPr/>
        <a:lstStyle/>
        <a:p>
          <a:endParaRPr lang="en-US"/>
        </a:p>
      </dgm:t>
    </dgm:pt>
    <dgm:pt modelId="{69629241-CA98-417F-B846-5F5895B74138}">
      <dgm:prSet/>
      <dgm:spPr/>
      <dgm:t>
        <a:bodyPr/>
        <a:lstStyle/>
        <a:p>
          <a:r>
            <a:rPr lang="en-US"/>
            <a:t>Administration </a:t>
          </a:r>
        </a:p>
      </dgm:t>
    </dgm:pt>
    <dgm:pt modelId="{808D6CD4-3C93-4D0A-85BB-C11590B2D510}" type="parTrans" cxnId="{C9539B20-D3EB-4C93-83FA-5833F0F6DE1C}">
      <dgm:prSet/>
      <dgm:spPr/>
      <dgm:t>
        <a:bodyPr/>
        <a:lstStyle/>
        <a:p>
          <a:endParaRPr lang="en-US"/>
        </a:p>
      </dgm:t>
    </dgm:pt>
    <dgm:pt modelId="{C8D27980-36F0-467C-B52F-E5CF20E6F5D3}" type="sibTrans" cxnId="{C9539B20-D3EB-4C93-83FA-5833F0F6DE1C}">
      <dgm:prSet/>
      <dgm:spPr/>
      <dgm:t>
        <a:bodyPr/>
        <a:lstStyle/>
        <a:p>
          <a:endParaRPr lang="en-US"/>
        </a:p>
      </dgm:t>
    </dgm:pt>
    <dgm:pt modelId="{44D15886-31B7-4A38-84D5-1D597FBF8E11}">
      <dgm:prSet/>
      <dgm:spPr/>
      <dgm:t>
        <a:bodyPr/>
        <a:lstStyle/>
        <a:p>
          <a:r>
            <a:rPr lang="en-US"/>
            <a:t>Predict future profit using Linear Regression </a:t>
          </a:r>
        </a:p>
      </dgm:t>
    </dgm:pt>
    <dgm:pt modelId="{3F544E9C-A08B-4BE7-B0CF-27FCBB01B999}" type="parTrans" cxnId="{9F8B08C3-4C34-48EE-AE20-ACDF414D1B4A}">
      <dgm:prSet/>
      <dgm:spPr/>
      <dgm:t>
        <a:bodyPr/>
        <a:lstStyle/>
        <a:p>
          <a:endParaRPr lang="en-US"/>
        </a:p>
      </dgm:t>
    </dgm:pt>
    <dgm:pt modelId="{C161FBC3-B04A-4243-9F0B-018C23A21567}" type="sibTrans" cxnId="{9F8B08C3-4C34-48EE-AE20-ACDF414D1B4A}">
      <dgm:prSet phldrT="3" phldr="0"/>
      <dgm:spPr/>
      <dgm:t>
        <a:bodyPr/>
        <a:lstStyle/>
        <a:p>
          <a:r>
            <a:rPr lang="en-US"/>
            <a:t>3</a:t>
          </a:r>
        </a:p>
      </dgm:t>
    </dgm:pt>
    <dgm:pt modelId="{A7F02DC6-055B-406E-984A-4DECF9E05C6C}">
      <dgm:prSet/>
      <dgm:spPr/>
      <dgm:t>
        <a:bodyPr/>
        <a:lstStyle/>
        <a:p>
          <a:r>
            <a:rPr lang="en-US"/>
            <a:t>Create interactive dashboard using Power BI </a:t>
          </a:r>
        </a:p>
      </dgm:t>
    </dgm:pt>
    <dgm:pt modelId="{4F9BE0F1-7245-4409-BA7A-D997DA86D3A9}" type="parTrans" cxnId="{E262ED38-DF27-45CE-8893-90CE9B4C80A4}">
      <dgm:prSet/>
      <dgm:spPr/>
      <dgm:t>
        <a:bodyPr/>
        <a:lstStyle/>
        <a:p>
          <a:endParaRPr lang="en-US"/>
        </a:p>
      </dgm:t>
    </dgm:pt>
    <dgm:pt modelId="{712F88DF-8AC0-4200-9F72-24620D27B9DF}" type="sibTrans" cxnId="{E262ED38-DF27-45CE-8893-90CE9B4C80A4}">
      <dgm:prSet phldrT="4" phldr="0"/>
      <dgm:spPr/>
      <dgm:t>
        <a:bodyPr/>
        <a:lstStyle/>
        <a:p>
          <a:r>
            <a:rPr lang="en-US"/>
            <a:t>4</a:t>
          </a:r>
        </a:p>
      </dgm:t>
    </dgm:pt>
    <dgm:pt modelId="{9C623DD5-D547-4C58-920E-C0E24890D6F2}" type="pres">
      <dgm:prSet presAssocID="{368C093A-A373-47D9-87D3-DF747F57B9A6}" presName="linearFlow" presStyleCnt="0">
        <dgm:presLayoutVars>
          <dgm:dir/>
          <dgm:animLvl val="lvl"/>
          <dgm:resizeHandles val="exact"/>
        </dgm:presLayoutVars>
      </dgm:prSet>
      <dgm:spPr/>
    </dgm:pt>
    <dgm:pt modelId="{8754065C-AE8E-4B7D-A7FC-BF97AF16C368}" type="pres">
      <dgm:prSet presAssocID="{4EBAE18C-6E23-40F1-B0F3-AA4A40EF8304}" presName="compositeNode" presStyleCnt="0"/>
      <dgm:spPr/>
    </dgm:pt>
    <dgm:pt modelId="{38214D87-3E20-4E69-A72E-7DF2DFD8964B}" type="pres">
      <dgm:prSet presAssocID="{4EBAE18C-6E23-40F1-B0F3-AA4A40EF8304}" presName="parTx" presStyleLbl="node1" presStyleIdx="0" presStyleCnt="0">
        <dgm:presLayoutVars>
          <dgm:chMax val="0"/>
          <dgm:chPref val="0"/>
          <dgm:bulletEnabled val="1"/>
        </dgm:presLayoutVars>
      </dgm:prSet>
      <dgm:spPr/>
    </dgm:pt>
    <dgm:pt modelId="{6833E31A-BCD4-4C95-BF63-A93B48ED90E2}" type="pres">
      <dgm:prSet presAssocID="{4EBAE18C-6E23-40F1-B0F3-AA4A40EF8304}" presName="parSh" presStyleCnt="0"/>
      <dgm:spPr/>
    </dgm:pt>
    <dgm:pt modelId="{3CDDE61A-4732-477D-8995-A46317CE9E3A}" type="pres">
      <dgm:prSet presAssocID="{4EBAE18C-6E23-40F1-B0F3-AA4A40EF8304}" presName="lineNode" presStyleLbl="alignAccFollowNode1" presStyleIdx="0" presStyleCnt="12"/>
      <dgm:spPr/>
    </dgm:pt>
    <dgm:pt modelId="{080AD218-57F1-4315-9066-BB04AE395696}" type="pres">
      <dgm:prSet presAssocID="{4EBAE18C-6E23-40F1-B0F3-AA4A40EF8304}" presName="lineArrowNode" presStyleLbl="alignAccFollowNode1" presStyleIdx="1" presStyleCnt="12"/>
      <dgm:spPr/>
    </dgm:pt>
    <dgm:pt modelId="{75B1DB2F-BF15-4166-8E5B-CE7A2E72FCF0}" type="pres">
      <dgm:prSet presAssocID="{B3F93D24-9E7D-4B05-BA4E-F526EF5F14D6}" presName="sibTransNodeCircle" presStyleLbl="alignNode1" presStyleIdx="0" presStyleCnt="4">
        <dgm:presLayoutVars>
          <dgm:chMax val="0"/>
          <dgm:bulletEnabled/>
        </dgm:presLayoutVars>
      </dgm:prSet>
      <dgm:spPr/>
    </dgm:pt>
    <dgm:pt modelId="{D75A8BCD-A5B0-4032-BE49-CFD2243EE5C9}" type="pres">
      <dgm:prSet presAssocID="{B3F93D24-9E7D-4B05-BA4E-F526EF5F14D6}" presName="spacerBetweenCircleAndCallout" presStyleCnt="0">
        <dgm:presLayoutVars/>
      </dgm:prSet>
      <dgm:spPr/>
    </dgm:pt>
    <dgm:pt modelId="{2AC19636-6E4B-4D0D-87C4-7994A0939B7A}" type="pres">
      <dgm:prSet presAssocID="{4EBAE18C-6E23-40F1-B0F3-AA4A40EF8304}" presName="nodeText" presStyleLbl="alignAccFollowNode1" presStyleIdx="2" presStyleCnt="12">
        <dgm:presLayoutVars>
          <dgm:bulletEnabled val="1"/>
        </dgm:presLayoutVars>
      </dgm:prSet>
      <dgm:spPr/>
    </dgm:pt>
    <dgm:pt modelId="{F2EE77B3-DDC7-42A9-9921-CFF3CD9A8C8A}" type="pres">
      <dgm:prSet presAssocID="{B3F93D24-9E7D-4B05-BA4E-F526EF5F14D6}" presName="sibTransComposite" presStyleCnt="0"/>
      <dgm:spPr/>
    </dgm:pt>
    <dgm:pt modelId="{0D4D20B5-043C-46F4-A8B2-0A20CA699901}" type="pres">
      <dgm:prSet presAssocID="{7455A3D1-CA14-413C-8B1D-3F6B2F7F7090}" presName="compositeNode" presStyleCnt="0"/>
      <dgm:spPr/>
    </dgm:pt>
    <dgm:pt modelId="{2293438D-1448-4E50-89D1-D36E0E812501}" type="pres">
      <dgm:prSet presAssocID="{7455A3D1-CA14-413C-8B1D-3F6B2F7F7090}" presName="parTx" presStyleLbl="node1" presStyleIdx="0" presStyleCnt="0">
        <dgm:presLayoutVars>
          <dgm:chMax val="0"/>
          <dgm:chPref val="0"/>
          <dgm:bulletEnabled val="1"/>
        </dgm:presLayoutVars>
      </dgm:prSet>
      <dgm:spPr/>
    </dgm:pt>
    <dgm:pt modelId="{655635FD-9367-4C16-ADF8-01EB525DB705}" type="pres">
      <dgm:prSet presAssocID="{7455A3D1-CA14-413C-8B1D-3F6B2F7F7090}" presName="parSh" presStyleCnt="0"/>
      <dgm:spPr/>
    </dgm:pt>
    <dgm:pt modelId="{64CA66FA-BA1D-45E5-AF7D-890D6F29892D}" type="pres">
      <dgm:prSet presAssocID="{7455A3D1-CA14-413C-8B1D-3F6B2F7F7090}" presName="lineNode" presStyleLbl="alignAccFollowNode1" presStyleIdx="3" presStyleCnt="12"/>
      <dgm:spPr/>
    </dgm:pt>
    <dgm:pt modelId="{0E587799-421E-4DB4-A651-1C55FD620137}" type="pres">
      <dgm:prSet presAssocID="{7455A3D1-CA14-413C-8B1D-3F6B2F7F7090}" presName="lineArrowNode" presStyleLbl="alignAccFollowNode1" presStyleIdx="4" presStyleCnt="12"/>
      <dgm:spPr/>
    </dgm:pt>
    <dgm:pt modelId="{FC33CBC4-1090-40F2-98B3-A953AF77FEFC}" type="pres">
      <dgm:prSet presAssocID="{14AAD870-EA0B-4F3B-AE39-E0D935FBAE59}" presName="sibTransNodeCircle" presStyleLbl="alignNode1" presStyleIdx="1" presStyleCnt="4">
        <dgm:presLayoutVars>
          <dgm:chMax val="0"/>
          <dgm:bulletEnabled/>
        </dgm:presLayoutVars>
      </dgm:prSet>
      <dgm:spPr/>
    </dgm:pt>
    <dgm:pt modelId="{1D03D45C-9AB3-479A-9710-5045C9629B1E}" type="pres">
      <dgm:prSet presAssocID="{14AAD870-EA0B-4F3B-AE39-E0D935FBAE59}" presName="spacerBetweenCircleAndCallout" presStyleCnt="0">
        <dgm:presLayoutVars/>
      </dgm:prSet>
      <dgm:spPr/>
    </dgm:pt>
    <dgm:pt modelId="{3284B79F-B21A-4A0A-AF62-6FA7EDC0FC6A}" type="pres">
      <dgm:prSet presAssocID="{7455A3D1-CA14-413C-8B1D-3F6B2F7F7090}" presName="nodeText" presStyleLbl="alignAccFollowNode1" presStyleIdx="5" presStyleCnt="12">
        <dgm:presLayoutVars>
          <dgm:bulletEnabled val="1"/>
        </dgm:presLayoutVars>
      </dgm:prSet>
      <dgm:spPr/>
    </dgm:pt>
    <dgm:pt modelId="{21A74B8B-B7F0-4527-AFC5-BCE9657D3B55}" type="pres">
      <dgm:prSet presAssocID="{14AAD870-EA0B-4F3B-AE39-E0D935FBAE59}" presName="sibTransComposite" presStyleCnt="0"/>
      <dgm:spPr/>
    </dgm:pt>
    <dgm:pt modelId="{73BFBC31-C6AE-45A8-9374-F6B4F41D71B6}" type="pres">
      <dgm:prSet presAssocID="{44D15886-31B7-4A38-84D5-1D597FBF8E11}" presName="compositeNode" presStyleCnt="0"/>
      <dgm:spPr/>
    </dgm:pt>
    <dgm:pt modelId="{4109E16C-F96B-402F-BCE1-1AB0BF2C26BE}" type="pres">
      <dgm:prSet presAssocID="{44D15886-31B7-4A38-84D5-1D597FBF8E11}" presName="parTx" presStyleLbl="node1" presStyleIdx="0" presStyleCnt="0">
        <dgm:presLayoutVars>
          <dgm:chMax val="0"/>
          <dgm:chPref val="0"/>
          <dgm:bulletEnabled val="1"/>
        </dgm:presLayoutVars>
      </dgm:prSet>
      <dgm:spPr/>
    </dgm:pt>
    <dgm:pt modelId="{AD065711-6152-4BF5-A79D-416EC36E004E}" type="pres">
      <dgm:prSet presAssocID="{44D15886-31B7-4A38-84D5-1D597FBF8E11}" presName="parSh" presStyleCnt="0"/>
      <dgm:spPr/>
    </dgm:pt>
    <dgm:pt modelId="{AC4AA125-879A-4E12-A1F4-F275FDEFD9CB}" type="pres">
      <dgm:prSet presAssocID="{44D15886-31B7-4A38-84D5-1D597FBF8E11}" presName="lineNode" presStyleLbl="alignAccFollowNode1" presStyleIdx="6" presStyleCnt="12"/>
      <dgm:spPr/>
    </dgm:pt>
    <dgm:pt modelId="{0E69F55F-3C2B-45E9-AD44-21B19320ACBC}" type="pres">
      <dgm:prSet presAssocID="{44D15886-31B7-4A38-84D5-1D597FBF8E11}" presName="lineArrowNode" presStyleLbl="alignAccFollowNode1" presStyleIdx="7" presStyleCnt="12"/>
      <dgm:spPr/>
    </dgm:pt>
    <dgm:pt modelId="{FBBE6B17-1EB1-438C-905D-6D16AD31070C}" type="pres">
      <dgm:prSet presAssocID="{C161FBC3-B04A-4243-9F0B-018C23A21567}" presName="sibTransNodeCircle" presStyleLbl="alignNode1" presStyleIdx="2" presStyleCnt="4">
        <dgm:presLayoutVars>
          <dgm:chMax val="0"/>
          <dgm:bulletEnabled/>
        </dgm:presLayoutVars>
      </dgm:prSet>
      <dgm:spPr/>
    </dgm:pt>
    <dgm:pt modelId="{694ADD3E-0126-4C45-8CD9-822C3991BE17}" type="pres">
      <dgm:prSet presAssocID="{C161FBC3-B04A-4243-9F0B-018C23A21567}" presName="spacerBetweenCircleAndCallout" presStyleCnt="0">
        <dgm:presLayoutVars/>
      </dgm:prSet>
      <dgm:spPr/>
    </dgm:pt>
    <dgm:pt modelId="{D215D2B9-4345-439A-8837-9A36F77A7B42}" type="pres">
      <dgm:prSet presAssocID="{44D15886-31B7-4A38-84D5-1D597FBF8E11}" presName="nodeText" presStyleLbl="alignAccFollowNode1" presStyleIdx="8" presStyleCnt="12">
        <dgm:presLayoutVars>
          <dgm:bulletEnabled val="1"/>
        </dgm:presLayoutVars>
      </dgm:prSet>
      <dgm:spPr/>
    </dgm:pt>
    <dgm:pt modelId="{192D0AF1-47F5-4F78-B8D2-4630AA23C729}" type="pres">
      <dgm:prSet presAssocID="{C161FBC3-B04A-4243-9F0B-018C23A21567}" presName="sibTransComposite" presStyleCnt="0"/>
      <dgm:spPr/>
    </dgm:pt>
    <dgm:pt modelId="{D901B8F3-8849-486C-B192-F6A3FF6B0448}" type="pres">
      <dgm:prSet presAssocID="{A7F02DC6-055B-406E-984A-4DECF9E05C6C}" presName="compositeNode" presStyleCnt="0"/>
      <dgm:spPr/>
    </dgm:pt>
    <dgm:pt modelId="{FF0780BC-E33E-4D2E-8473-7D17D8890B0F}" type="pres">
      <dgm:prSet presAssocID="{A7F02DC6-055B-406E-984A-4DECF9E05C6C}" presName="parTx" presStyleLbl="node1" presStyleIdx="0" presStyleCnt="0">
        <dgm:presLayoutVars>
          <dgm:chMax val="0"/>
          <dgm:chPref val="0"/>
          <dgm:bulletEnabled val="1"/>
        </dgm:presLayoutVars>
      </dgm:prSet>
      <dgm:spPr/>
    </dgm:pt>
    <dgm:pt modelId="{57FAEBEC-7BC2-4C59-87A2-03A8D622DD45}" type="pres">
      <dgm:prSet presAssocID="{A7F02DC6-055B-406E-984A-4DECF9E05C6C}" presName="parSh" presStyleCnt="0"/>
      <dgm:spPr/>
    </dgm:pt>
    <dgm:pt modelId="{B85F7013-391D-45A2-A5EE-16314CEA8107}" type="pres">
      <dgm:prSet presAssocID="{A7F02DC6-055B-406E-984A-4DECF9E05C6C}" presName="lineNode" presStyleLbl="alignAccFollowNode1" presStyleIdx="9" presStyleCnt="12"/>
      <dgm:spPr/>
    </dgm:pt>
    <dgm:pt modelId="{0F11733A-87B3-47C8-9CC3-BD4061D50590}" type="pres">
      <dgm:prSet presAssocID="{A7F02DC6-055B-406E-984A-4DECF9E05C6C}" presName="lineArrowNode" presStyleLbl="alignAccFollowNode1" presStyleIdx="10" presStyleCnt="12"/>
      <dgm:spPr/>
    </dgm:pt>
    <dgm:pt modelId="{AB81AFB0-95A8-4BB3-B8CC-C43411BA5F8E}" type="pres">
      <dgm:prSet presAssocID="{712F88DF-8AC0-4200-9F72-24620D27B9DF}" presName="sibTransNodeCircle" presStyleLbl="alignNode1" presStyleIdx="3" presStyleCnt="4">
        <dgm:presLayoutVars>
          <dgm:chMax val="0"/>
          <dgm:bulletEnabled/>
        </dgm:presLayoutVars>
      </dgm:prSet>
      <dgm:spPr/>
    </dgm:pt>
    <dgm:pt modelId="{AF6481F7-1A9C-4C27-9229-B8E1B8393B45}" type="pres">
      <dgm:prSet presAssocID="{712F88DF-8AC0-4200-9F72-24620D27B9DF}" presName="spacerBetweenCircleAndCallout" presStyleCnt="0">
        <dgm:presLayoutVars/>
      </dgm:prSet>
      <dgm:spPr/>
    </dgm:pt>
    <dgm:pt modelId="{EAD101F9-16DC-4C0D-A1C3-AFC7E5C9D1C9}" type="pres">
      <dgm:prSet presAssocID="{A7F02DC6-055B-406E-984A-4DECF9E05C6C}" presName="nodeText" presStyleLbl="alignAccFollowNode1" presStyleIdx="11" presStyleCnt="12">
        <dgm:presLayoutVars>
          <dgm:bulletEnabled val="1"/>
        </dgm:presLayoutVars>
      </dgm:prSet>
      <dgm:spPr/>
    </dgm:pt>
  </dgm:ptLst>
  <dgm:cxnLst>
    <dgm:cxn modelId="{521CCA02-972B-49F6-BC56-CFEAEF301862}" type="presOf" srcId="{7455A3D1-CA14-413C-8B1D-3F6B2F7F7090}" destId="{3284B79F-B21A-4A0A-AF62-6FA7EDC0FC6A}" srcOrd="0" destOrd="0" presId="urn:microsoft.com/office/officeart/2016/7/layout/LinearArrowProcessNumbered"/>
    <dgm:cxn modelId="{4DD26C09-047B-439F-9BCA-7D73B642B00C}" type="presOf" srcId="{A95F5804-83CB-4AF3-97E1-CAA36C98BD6A}" destId="{3284B79F-B21A-4A0A-AF62-6FA7EDC0FC6A}" srcOrd="0" destOrd="2" presId="urn:microsoft.com/office/officeart/2016/7/layout/LinearArrowProcessNumbered"/>
    <dgm:cxn modelId="{6E84C110-593A-49C8-90A0-2A3AE03E0040}" type="presOf" srcId="{C161FBC3-B04A-4243-9F0B-018C23A21567}" destId="{FBBE6B17-1EB1-438C-905D-6D16AD31070C}" srcOrd="0" destOrd="0" presId="urn:microsoft.com/office/officeart/2016/7/layout/LinearArrowProcessNumbered"/>
    <dgm:cxn modelId="{C9539B20-D3EB-4C93-83FA-5833F0F6DE1C}" srcId="{7455A3D1-CA14-413C-8B1D-3F6B2F7F7090}" destId="{69629241-CA98-417F-B846-5F5895B74138}" srcOrd="2" destOrd="0" parTransId="{808D6CD4-3C93-4D0A-85BB-C11590B2D510}" sibTransId="{C8D27980-36F0-467C-B52F-E5CF20E6F5D3}"/>
    <dgm:cxn modelId="{8749A533-4E32-4507-8E57-11186693D374}" type="presOf" srcId="{44D15886-31B7-4A38-84D5-1D597FBF8E11}" destId="{D215D2B9-4345-439A-8837-9A36F77A7B42}" srcOrd="0" destOrd="0" presId="urn:microsoft.com/office/officeart/2016/7/layout/LinearArrowProcessNumbered"/>
    <dgm:cxn modelId="{E262ED38-DF27-45CE-8893-90CE9B4C80A4}" srcId="{368C093A-A373-47D9-87D3-DF747F57B9A6}" destId="{A7F02DC6-055B-406E-984A-4DECF9E05C6C}" srcOrd="3" destOrd="0" parTransId="{4F9BE0F1-7245-4409-BA7A-D997DA86D3A9}" sibTransId="{712F88DF-8AC0-4200-9F72-24620D27B9DF}"/>
    <dgm:cxn modelId="{7612AB65-682F-4081-B1CA-7A15F2F69D27}" type="presOf" srcId="{14AAD870-EA0B-4F3B-AE39-E0D935FBAE59}" destId="{FC33CBC4-1090-40F2-98B3-A953AF77FEFC}" srcOrd="0" destOrd="0" presId="urn:microsoft.com/office/officeart/2016/7/layout/LinearArrowProcessNumbered"/>
    <dgm:cxn modelId="{CBF5354A-DA6D-454B-9DCF-497067325805}" type="presOf" srcId="{368C093A-A373-47D9-87D3-DF747F57B9A6}" destId="{9C623DD5-D547-4C58-920E-C0E24890D6F2}" srcOrd="0" destOrd="0" presId="urn:microsoft.com/office/officeart/2016/7/layout/LinearArrowProcessNumbered"/>
    <dgm:cxn modelId="{8B08EB6F-84EC-4D8E-ABD0-CCF81B81DFC2}" srcId="{7455A3D1-CA14-413C-8B1D-3F6B2F7F7090}" destId="{1BEBC46A-4E38-47A3-952E-A1F444DB5A49}" srcOrd="0" destOrd="0" parTransId="{862ED00F-658A-4864-A5B7-422DAE6CE278}" sibTransId="{AF9689B9-DFD6-47E3-9079-46ABEF5D458C}"/>
    <dgm:cxn modelId="{0ACAAD80-45CA-490A-9C9D-F6541E95B5A1}" type="presOf" srcId="{69629241-CA98-417F-B846-5F5895B74138}" destId="{3284B79F-B21A-4A0A-AF62-6FA7EDC0FC6A}" srcOrd="0" destOrd="3" presId="urn:microsoft.com/office/officeart/2016/7/layout/LinearArrowProcessNumbered"/>
    <dgm:cxn modelId="{C9399C84-615C-4A82-B990-F724D84B7EFF}" type="presOf" srcId="{712F88DF-8AC0-4200-9F72-24620D27B9DF}" destId="{AB81AFB0-95A8-4BB3-B8CC-C43411BA5F8E}" srcOrd="0" destOrd="0" presId="urn:microsoft.com/office/officeart/2016/7/layout/LinearArrowProcessNumbered"/>
    <dgm:cxn modelId="{2221118F-B50B-4465-B825-6213AC8B402B}" type="presOf" srcId="{B3F93D24-9E7D-4B05-BA4E-F526EF5F14D6}" destId="{75B1DB2F-BF15-4166-8E5B-CE7A2E72FCF0}" srcOrd="0" destOrd="0" presId="urn:microsoft.com/office/officeart/2016/7/layout/LinearArrowProcessNumbered"/>
    <dgm:cxn modelId="{AFA73F9F-2A36-468F-B610-62DECD6AF92D}" type="presOf" srcId="{1BEBC46A-4E38-47A3-952E-A1F444DB5A49}" destId="{3284B79F-B21A-4A0A-AF62-6FA7EDC0FC6A}" srcOrd="0" destOrd="1" presId="urn:microsoft.com/office/officeart/2016/7/layout/LinearArrowProcessNumbered"/>
    <dgm:cxn modelId="{1D504EA3-B341-4116-8A51-DD74E7CCF15C}" srcId="{7455A3D1-CA14-413C-8B1D-3F6B2F7F7090}" destId="{A95F5804-83CB-4AF3-97E1-CAA36C98BD6A}" srcOrd="1" destOrd="0" parTransId="{AEA12956-9944-4CC6-AF8F-7460CB64FB76}" sibTransId="{46D78ED8-EFAA-4347-A8D0-BDE632ADB183}"/>
    <dgm:cxn modelId="{BB95C0A4-8F27-4EC3-A71C-1C13690782FC}" srcId="{368C093A-A373-47D9-87D3-DF747F57B9A6}" destId="{7455A3D1-CA14-413C-8B1D-3F6B2F7F7090}" srcOrd="1" destOrd="0" parTransId="{0A02372E-6AF6-48B7-9175-94F5A05EB002}" sibTransId="{14AAD870-EA0B-4F3B-AE39-E0D935FBAE59}"/>
    <dgm:cxn modelId="{EC173DB1-DCAA-4A43-AF81-FD064724EEE0}" type="presOf" srcId="{A7F02DC6-055B-406E-984A-4DECF9E05C6C}" destId="{EAD101F9-16DC-4C0D-A1C3-AFC7E5C9D1C9}" srcOrd="0" destOrd="0" presId="urn:microsoft.com/office/officeart/2016/7/layout/LinearArrowProcessNumbered"/>
    <dgm:cxn modelId="{9F8B08C3-4C34-48EE-AE20-ACDF414D1B4A}" srcId="{368C093A-A373-47D9-87D3-DF747F57B9A6}" destId="{44D15886-31B7-4A38-84D5-1D597FBF8E11}" srcOrd="2" destOrd="0" parTransId="{3F544E9C-A08B-4BE7-B0CF-27FCBB01B999}" sibTransId="{C161FBC3-B04A-4243-9F0B-018C23A21567}"/>
    <dgm:cxn modelId="{ECB6F8CF-B508-4821-80E6-AE4ABDCA8B50}" srcId="{368C093A-A373-47D9-87D3-DF747F57B9A6}" destId="{4EBAE18C-6E23-40F1-B0F3-AA4A40EF8304}" srcOrd="0" destOrd="0" parTransId="{86ED43F3-4E24-43DD-A148-623167E66973}" sibTransId="{B3F93D24-9E7D-4B05-BA4E-F526EF5F14D6}"/>
    <dgm:cxn modelId="{FC7AE6E8-B6FB-4A75-A96D-99123452D7AD}" type="presOf" srcId="{4EBAE18C-6E23-40F1-B0F3-AA4A40EF8304}" destId="{2AC19636-6E4B-4D0D-87C4-7994A0939B7A}" srcOrd="0" destOrd="0" presId="urn:microsoft.com/office/officeart/2016/7/layout/LinearArrowProcessNumbered"/>
    <dgm:cxn modelId="{2BDC4C5D-BC36-4B51-8996-A0A2CDE6AEAD}" type="presParOf" srcId="{9C623DD5-D547-4C58-920E-C0E24890D6F2}" destId="{8754065C-AE8E-4B7D-A7FC-BF97AF16C368}" srcOrd="0" destOrd="0" presId="urn:microsoft.com/office/officeart/2016/7/layout/LinearArrowProcessNumbered"/>
    <dgm:cxn modelId="{5AB93D78-BD55-4E9A-B5EC-C90D6CEBED7C}" type="presParOf" srcId="{8754065C-AE8E-4B7D-A7FC-BF97AF16C368}" destId="{38214D87-3E20-4E69-A72E-7DF2DFD8964B}" srcOrd="0" destOrd="0" presId="urn:microsoft.com/office/officeart/2016/7/layout/LinearArrowProcessNumbered"/>
    <dgm:cxn modelId="{C61DC2E5-E9F1-492B-8BE8-EA06C724D98F}" type="presParOf" srcId="{8754065C-AE8E-4B7D-A7FC-BF97AF16C368}" destId="{6833E31A-BCD4-4C95-BF63-A93B48ED90E2}" srcOrd="1" destOrd="0" presId="urn:microsoft.com/office/officeart/2016/7/layout/LinearArrowProcessNumbered"/>
    <dgm:cxn modelId="{AB3D6C15-BBA4-46F6-91ED-7089B7ABB124}" type="presParOf" srcId="{6833E31A-BCD4-4C95-BF63-A93B48ED90E2}" destId="{3CDDE61A-4732-477D-8995-A46317CE9E3A}" srcOrd="0" destOrd="0" presId="urn:microsoft.com/office/officeart/2016/7/layout/LinearArrowProcessNumbered"/>
    <dgm:cxn modelId="{66F09949-69F6-4355-9515-45E12F86E946}" type="presParOf" srcId="{6833E31A-BCD4-4C95-BF63-A93B48ED90E2}" destId="{080AD218-57F1-4315-9066-BB04AE395696}" srcOrd="1" destOrd="0" presId="urn:microsoft.com/office/officeart/2016/7/layout/LinearArrowProcessNumbered"/>
    <dgm:cxn modelId="{D92C53F7-8129-4EF1-A4E1-B7D1F3D0ABA7}" type="presParOf" srcId="{6833E31A-BCD4-4C95-BF63-A93B48ED90E2}" destId="{75B1DB2F-BF15-4166-8E5B-CE7A2E72FCF0}" srcOrd="2" destOrd="0" presId="urn:microsoft.com/office/officeart/2016/7/layout/LinearArrowProcessNumbered"/>
    <dgm:cxn modelId="{2439352D-1BD3-4694-A8CE-6EFB83C25B12}" type="presParOf" srcId="{6833E31A-BCD4-4C95-BF63-A93B48ED90E2}" destId="{D75A8BCD-A5B0-4032-BE49-CFD2243EE5C9}" srcOrd="3" destOrd="0" presId="urn:microsoft.com/office/officeart/2016/7/layout/LinearArrowProcessNumbered"/>
    <dgm:cxn modelId="{0AB27675-74C5-44DB-865F-873BE018FDF5}" type="presParOf" srcId="{8754065C-AE8E-4B7D-A7FC-BF97AF16C368}" destId="{2AC19636-6E4B-4D0D-87C4-7994A0939B7A}" srcOrd="2" destOrd="0" presId="urn:microsoft.com/office/officeart/2016/7/layout/LinearArrowProcessNumbered"/>
    <dgm:cxn modelId="{020A8437-6D6C-42ED-A89C-709184CDC0F8}" type="presParOf" srcId="{9C623DD5-D547-4C58-920E-C0E24890D6F2}" destId="{F2EE77B3-DDC7-42A9-9921-CFF3CD9A8C8A}" srcOrd="1" destOrd="0" presId="urn:microsoft.com/office/officeart/2016/7/layout/LinearArrowProcessNumbered"/>
    <dgm:cxn modelId="{93EC07D1-AE3F-471A-BDC7-337126BF7949}" type="presParOf" srcId="{9C623DD5-D547-4C58-920E-C0E24890D6F2}" destId="{0D4D20B5-043C-46F4-A8B2-0A20CA699901}" srcOrd="2" destOrd="0" presId="urn:microsoft.com/office/officeart/2016/7/layout/LinearArrowProcessNumbered"/>
    <dgm:cxn modelId="{70780ECD-1121-48D6-8F3F-451785A1C5C1}" type="presParOf" srcId="{0D4D20B5-043C-46F4-A8B2-0A20CA699901}" destId="{2293438D-1448-4E50-89D1-D36E0E812501}" srcOrd="0" destOrd="0" presId="urn:microsoft.com/office/officeart/2016/7/layout/LinearArrowProcessNumbered"/>
    <dgm:cxn modelId="{A52079C0-30F9-4A12-850D-13220F532A6C}" type="presParOf" srcId="{0D4D20B5-043C-46F4-A8B2-0A20CA699901}" destId="{655635FD-9367-4C16-ADF8-01EB525DB705}" srcOrd="1" destOrd="0" presId="urn:microsoft.com/office/officeart/2016/7/layout/LinearArrowProcessNumbered"/>
    <dgm:cxn modelId="{00F2F37E-05DF-48D5-BFF8-6EFBB6ECF029}" type="presParOf" srcId="{655635FD-9367-4C16-ADF8-01EB525DB705}" destId="{64CA66FA-BA1D-45E5-AF7D-890D6F29892D}" srcOrd="0" destOrd="0" presId="urn:microsoft.com/office/officeart/2016/7/layout/LinearArrowProcessNumbered"/>
    <dgm:cxn modelId="{15D9DE68-2058-439F-A9C1-7F340D7B2AD7}" type="presParOf" srcId="{655635FD-9367-4C16-ADF8-01EB525DB705}" destId="{0E587799-421E-4DB4-A651-1C55FD620137}" srcOrd="1" destOrd="0" presId="urn:microsoft.com/office/officeart/2016/7/layout/LinearArrowProcessNumbered"/>
    <dgm:cxn modelId="{0BD9DDC2-B556-4E7F-92C8-60499F204E4D}" type="presParOf" srcId="{655635FD-9367-4C16-ADF8-01EB525DB705}" destId="{FC33CBC4-1090-40F2-98B3-A953AF77FEFC}" srcOrd="2" destOrd="0" presId="urn:microsoft.com/office/officeart/2016/7/layout/LinearArrowProcessNumbered"/>
    <dgm:cxn modelId="{C5C72BC3-FA9F-45E1-B403-CF68816ACBB2}" type="presParOf" srcId="{655635FD-9367-4C16-ADF8-01EB525DB705}" destId="{1D03D45C-9AB3-479A-9710-5045C9629B1E}" srcOrd="3" destOrd="0" presId="urn:microsoft.com/office/officeart/2016/7/layout/LinearArrowProcessNumbered"/>
    <dgm:cxn modelId="{F6C5E7E4-374F-492B-8548-054D71FD9186}" type="presParOf" srcId="{0D4D20B5-043C-46F4-A8B2-0A20CA699901}" destId="{3284B79F-B21A-4A0A-AF62-6FA7EDC0FC6A}" srcOrd="2" destOrd="0" presId="urn:microsoft.com/office/officeart/2016/7/layout/LinearArrowProcessNumbered"/>
    <dgm:cxn modelId="{D66BC19F-8FF6-4B0E-BBC3-D29A6B48FB35}" type="presParOf" srcId="{9C623DD5-D547-4C58-920E-C0E24890D6F2}" destId="{21A74B8B-B7F0-4527-AFC5-BCE9657D3B55}" srcOrd="3" destOrd="0" presId="urn:microsoft.com/office/officeart/2016/7/layout/LinearArrowProcessNumbered"/>
    <dgm:cxn modelId="{EF1142C2-AF7A-43D7-BB74-11DE92B2B575}" type="presParOf" srcId="{9C623DD5-D547-4C58-920E-C0E24890D6F2}" destId="{73BFBC31-C6AE-45A8-9374-F6B4F41D71B6}" srcOrd="4" destOrd="0" presId="urn:microsoft.com/office/officeart/2016/7/layout/LinearArrowProcessNumbered"/>
    <dgm:cxn modelId="{139EAAC7-AF95-4E87-8195-961E7C668250}" type="presParOf" srcId="{73BFBC31-C6AE-45A8-9374-F6B4F41D71B6}" destId="{4109E16C-F96B-402F-BCE1-1AB0BF2C26BE}" srcOrd="0" destOrd="0" presId="urn:microsoft.com/office/officeart/2016/7/layout/LinearArrowProcessNumbered"/>
    <dgm:cxn modelId="{79837B05-6F24-4E93-91BB-AF380AAA7E9D}" type="presParOf" srcId="{73BFBC31-C6AE-45A8-9374-F6B4F41D71B6}" destId="{AD065711-6152-4BF5-A79D-416EC36E004E}" srcOrd="1" destOrd="0" presId="urn:microsoft.com/office/officeart/2016/7/layout/LinearArrowProcessNumbered"/>
    <dgm:cxn modelId="{A14134E1-C2B5-426F-8387-1EFC307681D9}" type="presParOf" srcId="{AD065711-6152-4BF5-A79D-416EC36E004E}" destId="{AC4AA125-879A-4E12-A1F4-F275FDEFD9CB}" srcOrd="0" destOrd="0" presId="urn:microsoft.com/office/officeart/2016/7/layout/LinearArrowProcessNumbered"/>
    <dgm:cxn modelId="{01A2532F-8B2B-470F-9628-6BEF57ED7B27}" type="presParOf" srcId="{AD065711-6152-4BF5-A79D-416EC36E004E}" destId="{0E69F55F-3C2B-45E9-AD44-21B19320ACBC}" srcOrd="1" destOrd="0" presId="urn:microsoft.com/office/officeart/2016/7/layout/LinearArrowProcessNumbered"/>
    <dgm:cxn modelId="{19016CFB-1BFC-4D6B-8B64-04586E7ADD82}" type="presParOf" srcId="{AD065711-6152-4BF5-A79D-416EC36E004E}" destId="{FBBE6B17-1EB1-438C-905D-6D16AD31070C}" srcOrd="2" destOrd="0" presId="urn:microsoft.com/office/officeart/2016/7/layout/LinearArrowProcessNumbered"/>
    <dgm:cxn modelId="{67A000E4-D8C5-4F04-AD5A-8F2439DA7482}" type="presParOf" srcId="{AD065711-6152-4BF5-A79D-416EC36E004E}" destId="{694ADD3E-0126-4C45-8CD9-822C3991BE17}" srcOrd="3" destOrd="0" presId="urn:microsoft.com/office/officeart/2016/7/layout/LinearArrowProcessNumbered"/>
    <dgm:cxn modelId="{425AFD25-260A-45EF-B0E6-C1CAEB793F76}" type="presParOf" srcId="{73BFBC31-C6AE-45A8-9374-F6B4F41D71B6}" destId="{D215D2B9-4345-439A-8837-9A36F77A7B42}" srcOrd="2" destOrd="0" presId="urn:microsoft.com/office/officeart/2016/7/layout/LinearArrowProcessNumbered"/>
    <dgm:cxn modelId="{60190B76-3E46-42A1-A4C4-F6446845A947}" type="presParOf" srcId="{9C623DD5-D547-4C58-920E-C0E24890D6F2}" destId="{192D0AF1-47F5-4F78-B8D2-4630AA23C729}" srcOrd="5" destOrd="0" presId="urn:microsoft.com/office/officeart/2016/7/layout/LinearArrowProcessNumbered"/>
    <dgm:cxn modelId="{F397E8A8-B831-4EFE-B5B1-60F687F1B13C}" type="presParOf" srcId="{9C623DD5-D547-4C58-920E-C0E24890D6F2}" destId="{D901B8F3-8849-486C-B192-F6A3FF6B0448}" srcOrd="6" destOrd="0" presId="urn:microsoft.com/office/officeart/2016/7/layout/LinearArrowProcessNumbered"/>
    <dgm:cxn modelId="{84FC37ED-9D9D-4577-97D9-72EF5520ED43}" type="presParOf" srcId="{D901B8F3-8849-486C-B192-F6A3FF6B0448}" destId="{FF0780BC-E33E-4D2E-8473-7D17D8890B0F}" srcOrd="0" destOrd="0" presId="urn:microsoft.com/office/officeart/2016/7/layout/LinearArrowProcessNumbered"/>
    <dgm:cxn modelId="{14575166-B680-4F98-BA9C-039AEF014D36}" type="presParOf" srcId="{D901B8F3-8849-486C-B192-F6A3FF6B0448}" destId="{57FAEBEC-7BC2-4C59-87A2-03A8D622DD45}" srcOrd="1" destOrd="0" presId="urn:microsoft.com/office/officeart/2016/7/layout/LinearArrowProcessNumbered"/>
    <dgm:cxn modelId="{EE855A4C-818B-4189-98EE-0F3DFABB59B4}" type="presParOf" srcId="{57FAEBEC-7BC2-4C59-87A2-03A8D622DD45}" destId="{B85F7013-391D-45A2-A5EE-16314CEA8107}" srcOrd="0" destOrd="0" presId="urn:microsoft.com/office/officeart/2016/7/layout/LinearArrowProcessNumbered"/>
    <dgm:cxn modelId="{252AB0C6-0528-4542-ACE8-D446070935AD}" type="presParOf" srcId="{57FAEBEC-7BC2-4C59-87A2-03A8D622DD45}" destId="{0F11733A-87B3-47C8-9CC3-BD4061D50590}" srcOrd="1" destOrd="0" presId="urn:microsoft.com/office/officeart/2016/7/layout/LinearArrowProcessNumbered"/>
    <dgm:cxn modelId="{F1482345-B0EE-4668-8598-A0303334A449}" type="presParOf" srcId="{57FAEBEC-7BC2-4C59-87A2-03A8D622DD45}" destId="{AB81AFB0-95A8-4BB3-B8CC-C43411BA5F8E}" srcOrd="2" destOrd="0" presId="urn:microsoft.com/office/officeart/2016/7/layout/LinearArrowProcessNumbered"/>
    <dgm:cxn modelId="{828A9983-EC33-4D2D-8D7E-CF259B94DA9F}" type="presParOf" srcId="{57FAEBEC-7BC2-4C59-87A2-03A8D622DD45}" destId="{AF6481F7-1A9C-4C27-9229-B8E1B8393B45}" srcOrd="3" destOrd="0" presId="urn:microsoft.com/office/officeart/2016/7/layout/LinearArrowProcessNumbered"/>
    <dgm:cxn modelId="{87341F48-C72D-4FA1-BD63-824E58284F8C}" type="presParOf" srcId="{D901B8F3-8849-486C-B192-F6A3FF6B0448}" destId="{EAD101F9-16DC-4C0D-A1C3-AFC7E5C9D1C9}" srcOrd="2" destOrd="0" presId="urn:microsoft.com/office/officeart/2016/7/layout/LinearArrowProcessNumbered"/>
  </dgm:cxnLst>
  <dgm:bg/>
  <dgm:whole/>
  <dgm:extLst>
    <a:ext uri="http://schemas.microsoft.com/office/drawing/2008/diagram">
      <dsp:dataModelExt xmlns:dsp="http://schemas.microsoft.com/office/drawing/2008/diagram" relId="rId6" minVer="http://schemas.openxmlformats.org/drawingml/2006/diagram"/>
    </a:ext>
  </dgm:extLst>
</dgm:dataModel>
</file>

<file path=ppt/diagrams/data2.xml><?xml version="1.0" encoding="utf-8"?>
<dgm:dataModel xmlns:dgm="http://schemas.openxmlformats.org/drawingml/2006/diagram" xmlns:a="http://schemas.openxmlformats.org/drawingml/2006/main">
  <dgm:ptLst>
    <dgm:pt modelId="{378BD641-719A-4D8A-894F-40FFEDD22FEC}" type="doc">
      <dgm:prSet loTypeId="urn:microsoft.com/office/officeart/2005/8/layout/hierarchy1" loCatId="hierarchy" qsTypeId="urn:microsoft.com/office/officeart/2005/8/quickstyle/simple1" qsCatId="simple" csTypeId="urn:microsoft.com/office/officeart/2005/8/colors/accent1_2" csCatId="accent1" phldr="1"/>
      <dgm:spPr/>
      <dgm:t>
        <a:bodyPr/>
        <a:lstStyle/>
        <a:p>
          <a:endParaRPr lang="en-US"/>
        </a:p>
      </dgm:t>
    </dgm:pt>
    <dgm:pt modelId="{6E178212-31F7-47FD-B955-553F0CE711A5}">
      <dgm:prSet/>
      <dgm:spPr/>
      <dgm:t>
        <a:bodyPr/>
        <a:lstStyle/>
        <a:p>
          <a:r>
            <a:rPr lang="en-US"/>
            <a:t>Marketing Spend has positive relationship with profit </a:t>
          </a:r>
        </a:p>
      </dgm:t>
    </dgm:pt>
    <dgm:pt modelId="{8897CD70-EFED-4FC5-B43B-03A90C3497C7}" type="parTrans" cxnId="{0CFEBDA4-27B3-4661-9CDF-0483887BD0E8}">
      <dgm:prSet/>
      <dgm:spPr/>
      <dgm:t>
        <a:bodyPr/>
        <a:lstStyle/>
        <a:p>
          <a:endParaRPr lang="en-US"/>
        </a:p>
      </dgm:t>
    </dgm:pt>
    <dgm:pt modelId="{3AED3E63-596B-44C0-A681-F41760EDC71D}" type="sibTrans" cxnId="{0CFEBDA4-27B3-4661-9CDF-0483887BD0E8}">
      <dgm:prSet/>
      <dgm:spPr/>
      <dgm:t>
        <a:bodyPr/>
        <a:lstStyle/>
        <a:p>
          <a:endParaRPr lang="en-US"/>
        </a:p>
      </dgm:t>
    </dgm:pt>
    <dgm:pt modelId="{56ED96F0-04E6-4D75-8502-22704DB7CAFA}">
      <dgm:prSet/>
      <dgm:spPr/>
      <dgm:t>
        <a:bodyPr/>
        <a:lstStyle/>
        <a:p>
          <a:r>
            <a:rPr lang="en-US"/>
            <a:t>R&amp;D Spend has strongest positive impact </a:t>
          </a:r>
        </a:p>
      </dgm:t>
    </dgm:pt>
    <dgm:pt modelId="{131FCB55-B306-4051-B621-F35E9865C495}" type="parTrans" cxnId="{B93EE27F-4A6C-4168-971B-8288A7A2FEBD}">
      <dgm:prSet/>
      <dgm:spPr/>
      <dgm:t>
        <a:bodyPr/>
        <a:lstStyle/>
        <a:p>
          <a:endParaRPr lang="en-US"/>
        </a:p>
      </dgm:t>
    </dgm:pt>
    <dgm:pt modelId="{A121A534-AE64-4D3A-A045-91CA02623540}" type="sibTrans" cxnId="{B93EE27F-4A6C-4168-971B-8288A7A2FEBD}">
      <dgm:prSet/>
      <dgm:spPr/>
      <dgm:t>
        <a:bodyPr/>
        <a:lstStyle/>
        <a:p>
          <a:endParaRPr lang="en-US"/>
        </a:p>
      </dgm:t>
    </dgm:pt>
    <dgm:pt modelId="{867E74F0-13A0-4C0F-9B19-C48A61C443B9}">
      <dgm:prSet/>
      <dgm:spPr/>
      <dgm:t>
        <a:bodyPr/>
        <a:lstStyle/>
        <a:p>
          <a:r>
            <a:rPr lang="en-US"/>
            <a:t>Administration has moderate effect </a:t>
          </a:r>
        </a:p>
      </dgm:t>
    </dgm:pt>
    <dgm:pt modelId="{D04DD9F8-E6E0-4079-B807-5447321C3279}" type="parTrans" cxnId="{072D7A67-FAAB-4632-BA03-D300F5BD4E27}">
      <dgm:prSet/>
      <dgm:spPr/>
      <dgm:t>
        <a:bodyPr/>
        <a:lstStyle/>
        <a:p>
          <a:endParaRPr lang="en-US"/>
        </a:p>
      </dgm:t>
    </dgm:pt>
    <dgm:pt modelId="{0AA62BD6-9A2A-44C8-AA7A-30BE525C473D}" type="sibTrans" cxnId="{072D7A67-FAAB-4632-BA03-D300F5BD4E27}">
      <dgm:prSet/>
      <dgm:spPr/>
      <dgm:t>
        <a:bodyPr/>
        <a:lstStyle/>
        <a:p>
          <a:endParaRPr lang="en-US"/>
        </a:p>
      </dgm:t>
    </dgm:pt>
    <dgm:pt modelId="{FEF860F8-3CC2-4CE0-89AB-27441BC221A9}">
      <dgm:prSet/>
      <dgm:spPr/>
      <dgm:t>
        <a:bodyPr/>
        <a:lstStyle/>
        <a:p>
          <a:r>
            <a:rPr lang="en-US"/>
            <a:t>New York shows highest overall profit </a:t>
          </a:r>
        </a:p>
      </dgm:t>
    </dgm:pt>
    <dgm:pt modelId="{5F5233F4-A91B-4AAA-8355-21CCB5F3C799}" type="parTrans" cxnId="{FFC65FD5-60EA-4AE9-9C9F-1AA235B1BA7F}">
      <dgm:prSet/>
      <dgm:spPr/>
      <dgm:t>
        <a:bodyPr/>
        <a:lstStyle/>
        <a:p>
          <a:endParaRPr lang="en-US"/>
        </a:p>
      </dgm:t>
    </dgm:pt>
    <dgm:pt modelId="{D33F3A6A-6C7E-4EED-A963-BF16C9F5BB12}" type="sibTrans" cxnId="{FFC65FD5-60EA-4AE9-9C9F-1AA235B1BA7F}">
      <dgm:prSet/>
      <dgm:spPr/>
      <dgm:t>
        <a:bodyPr/>
        <a:lstStyle/>
        <a:p>
          <a:endParaRPr lang="en-US"/>
        </a:p>
      </dgm:t>
    </dgm:pt>
    <dgm:pt modelId="{31F3B053-20C0-4F11-B1C1-D868FC970DA0}" type="pres">
      <dgm:prSet presAssocID="{378BD641-719A-4D8A-894F-40FFEDD22FEC}" presName="hierChild1" presStyleCnt="0">
        <dgm:presLayoutVars>
          <dgm:chPref val="1"/>
          <dgm:dir/>
          <dgm:animOne val="branch"/>
          <dgm:animLvl val="lvl"/>
          <dgm:resizeHandles/>
        </dgm:presLayoutVars>
      </dgm:prSet>
      <dgm:spPr/>
    </dgm:pt>
    <dgm:pt modelId="{BF1C1B5D-3342-45CE-97DF-1A026501605A}" type="pres">
      <dgm:prSet presAssocID="{6E178212-31F7-47FD-B955-553F0CE711A5}" presName="hierRoot1" presStyleCnt="0"/>
      <dgm:spPr/>
    </dgm:pt>
    <dgm:pt modelId="{0BD473D9-0450-4564-9720-A0E2322DC90E}" type="pres">
      <dgm:prSet presAssocID="{6E178212-31F7-47FD-B955-553F0CE711A5}" presName="composite" presStyleCnt="0"/>
      <dgm:spPr/>
    </dgm:pt>
    <dgm:pt modelId="{2387072A-F175-425C-AFC7-BFAE48DD1438}" type="pres">
      <dgm:prSet presAssocID="{6E178212-31F7-47FD-B955-553F0CE711A5}" presName="background" presStyleLbl="node0" presStyleIdx="0" presStyleCnt="4"/>
      <dgm:spPr/>
    </dgm:pt>
    <dgm:pt modelId="{0AB73002-F4D7-476B-8449-B704D48F74D2}" type="pres">
      <dgm:prSet presAssocID="{6E178212-31F7-47FD-B955-553F0CE711A5}" presName="text" presStyleLbl="fgAcc0" presStyleIdx="0" presStyleCnt="4">
        <dgm:presLayoutVars>
          <dgm:chPref val="3"/>
        </dgm:presLayoutVars>
      </dgm:prSet>
      <dgm:spPr/>
    </dgm:pt>
    <dgm:pt modelId="{56A6A5DA-3D59-483C-857F-0D51385F868A}" type="pres">
      <dgm:prSet presAssocID="{6E178212-31F7-47FD-B955-553F0CE711A5}" presName="hierChild2" presStyleCnt="0"/>
      <dgm:spPr/>
    </dgm:pt>
    <dgm:pt modelId="{D5CE8B6F-857F-474F-BB45-9E04657B46BB}" type="pres">
      <dgm:prSet presAssocID="{56ED96F0-04E6-4D75-8502-22704DB7CAFA}" presName="hierRoot1" presStyleCnt="0"/>
      <dgm:spPr/>
    </dgm:pt>
    <dgm:pt modelId="{C148655A-FCA2-4014-AD1A-433FD0F35EB7}" type="pres">
      <dgm:prSet presAssocID="{56ED96F0-04E6-4D75-8502-22704DB7CAFA}" presName="composite" presStyleCnt="0"/>
      <dgm:spPr/>
    </dgm:pt>
    <dgm:pt modelId="{DCBAC788-3DF0-42A1-9833-F73B388352D3}" type="pres">
      <dgm:prSet presAssocID="{56ED96F0-04E6-4D75-8502-22704DB7CAFA}" presName="background" presStyleLbl="node0" presStyleIdx="1" presStyleCnt="4"/>
      <dgm:spPr/>
    </dgm:pt>
    <dgm:pt modelId="{2FDC94A7-31C1-4129-844F-5B4665B57DB7}" type="pres">
      <dgm:prSet presAssocID="{56ED96F0-04E6-4D75-8502-22704DB7CAFA}" presName="text" presStyleLbl="fgAcc0" presStyleIdx="1" presStyleCnt="4">
        <dgm:presLayoutVars>
          <dgm:chPref val="3"/>
        </dgm:presLayoutVars>
      </dgm:prSet>
      <dgm:spPr/>
    </dgm:pt>
    <dgm:pt modelId="{9C57A3A8-53E3-4A4D-8718-8E970002EEF9}" type="pres">
      <dgm:prSet presAssocID="{56ED96F0-04E6-4D75-8502-22704DB7CAFA}" presName="hierChild2" presStyleCnt="0"/>
      <dgm:spPr/>
    </dgm:pt>
    <dgm:pt modelId="{6C7F389F-D00E-4B33-BB89-2853E97E1D5D}" type="pres">
      <dgm:prSet presAssocID="{867E74F0-13A0-4C0F-9B19-C48A61C443B9}" presName="hierRoot1" presStyleCnt="0"/>
      <dgm:spPr/>
    </dgm:pt>
    <dgm:pt modelId="{6A6942AD-13CE-4E3E-907C-2C7283719D83}" type="pres">
      <dgm:prSet presAssocID="{867E74F0-13A0-4C0F-9B19-C48A61C443B9}" presName="composite" presStyleCnt="0"/>
      <dgm:spPr/>
    </dgm:pt>
    <dgm:pt modelId="{D9681C7C-B0A1-4AF0-8C38-CADB8A7345B0}" type="pres">
      <dgm:prSet presAssocID="{867E74F0-13A0-4C0F-9B19-C48A61C443B9}" presName="background" presStyleLbl="node0" presStyleIdx="2" presStyleCnt="4"/>
      <dgm:spPr/>
    </dgm:pt>
    <dgm:pt modelId="{76A80F71-2D59-4EC9-B256-72077D763427}" type="pres">
      <dgm:prSet presAssocID="{867E74F0-13A0-4C0F-9B19-C48A61C443B9}" presName="text" presStyleLbl="fgAcc0" presStyleIdx="2" presStyleCnt="4">
        <dgm:presLayoutVars>
          <dgm:chPref val="3"/>
        </dgm:presLayoutVars>
      </dgm:prSet>
      <dgm:spPr/>
    </dgm:pt>
    <dgm:pt modelId="{A2587DF3-0330-4ACB-BF33-0C56E3797720}" type="pres">
      <dgm:prSet presAssocID="{867E74F0-13A0-4C0F-9B19-C48A61C443B9}" presName="hierChild2" presStyleCnt="0"/>
      <dgm:spPr/>
    </dgm:pt>
    <dgm:pt modelId="{BAA0DC46-1DF6-4E0D-82B6-6F9EADFD2FA4}" type="pres">
      <dgm:prSet presAssocID="{FEF860F8-3CC2-4CE0-89AB-27441BC221A9}" presName="hierRoot1" presStyleCnt="0"/>
      <dgm:spPr/>
    </dgm:pt>
    <dgm:pt modelId="{366F0562-1553-413D-80ED-0FF66D234B56}" type="pres">
      <dgm:prSet presAssocID="{FEF860F8-3CC2-4CE0-89AB-27441BC221A9}" presName="composite" presStyleCnt="0"/>
      <dgm:spPr/>
    </dgm:pt>
    <dgm:pt modelId="{EA653FD4-1405-4BCE-B8F0-6278FBC53C8D}" type="pres">
      <dgm:prSet presAssocID="{FEF860F8-3CC2-4CE0-89AB-27441BC221A9}" presName="background" presStyleLbl="node0" presStyleIdx="3" presStyleCnt="4"/>
      <dgm:spPr/>
    </dgm:pt>
    <dgm:pt modelId="{5ED32371-E964-4405-BEA7-C7B3B1F7763E}" type="pres">
      <dgm:prSet presAssocID="{FEF860F8-3CC2-4CE0-89AB-27441BC221A9}" presName="text" presStyleLbl="fgAcc0" presStyleIdx="3" presStyleCnt="4">
        <dgm:presLayoutVars>
          <dgm:chPref val="3"/>
        </dgm:presLayoutVars>
      </dgm:prSet>
      <dgm:spPr/>
    </dgm:pt>
    <dgm:pt modelId="{B9C8DDAE-CEDD-40A2-B333-CED19057FC20}" type="pres">
      <dgm:prSet presAssocID="{FEF860F8-3CC2-4CE0-89AB-27441BC221A9}" presName="hierChild2" presStyleCnt="0"/>
      <dgm:spPr/>
    </dgm:pt>
  </dgm:ptLst>
  <dgm:cxnLst>
    <dgm:cxn modelId="{AE648762-FEA0-4C72-8A17-2A79CD3E637D}" type="presOf" srcId="{6E178212-31F7-47FD-B955-553F0CE711A5}" destId="{0AB73002-F4D7-476B-8449-B704D48F74D2}" srcOrd="0" destOrd="0" presId="urn:microsoft.com/office/officeart/2005/8/layout/hierarchy1"/>
    <dgm:cxn modelId="{072D7A67-FAAB-4632-BA03-D300F5BD4E27}" srcId="{378BD641-719A-4D8A-894F-40FFEDD22FEC}" destId="{867E74F0-13A0-4C0F-9B19-C48A61C443B9}" srcOrd="2" destOrd="0" parTransId="{D04DD9F8-E6E0-4079-B807-5447321C3279}" sibTransId="{0AA62BD6-9A2A-44C8-AA7A-30BE525C473D}"/>
    <dgm:cxn modelId="{B93EE27F-4A6C-4168-971B-8288A7A2FEBD}" srcId="{378BD641-719A-4D8A-894F-40FFEDD22FEC}" destId="{56ED96F0-04E6-4D75-8502-22704DB7CAFA}" srcOrd="1" destOrd="0" parTransId="{131FCB55-B306-4051-B621-F35E9865C495}" sibTransId="{A121A534-AE64-4D3A-A045-91CA02623540}"/>
    <dgm:cxn modelId="{0CFEBDA4-27B3-4661-9CDF-0483887BD0E8}" srcId="{378BD641-719A-4D8A-894F-40FFEDD22FEC}" destId="{6E178212-31F7-47FD-B955-553F0CE711A5}" srcOrd="0" destOrd="0" parTransId="{8897CD70-EFED-4FC5-B43B-03A90C3497C7}" sibTransId="{3AED3E63-596B-44C0-A681-F41760EDC71D}"/>
    <dgm:cxn modelId="{DE35B4AA-3AD9-4B3F-B67E-C1416D140290}" type="presOf" srcId="{378BD641-719A-4D8A-894F-40FFEDD22FEC}" destId="{31F3B053-20C0-4F11-B1C1-D868FC970DA0}" srcOrd="0" destOrd="0" presId="urn:microsoft.com/office/officeart/2005/8/layout/hierarchy1"/>
    <dgm:cxn modelId="{F2459EAD-D84F-4C9E-A2FE-CCB908952A4B}" type="presOf" srcId="{FEF860F8-3CC2-4CE0-89AB-27441BC221A9}" destId="{5ED32371-E964-4405-BEA7-C7B3B1F7763E}" srcOrd="0" destOrd="0" presId="urn:microsoft.com/office/officeart/2005/8/layout/hierarchy1"/>
    <dgm:cxn modelId="{741B97B0-6AD2-4269-BAE7-EDB7E58C0FDD}" type="presOf" srcId="{867E74F0-13A0-4C0F-9B19-C48A61C443B9}" destId="{76A80F71-2D59-4EC9-B256-72077D763427}" srcOrd="0" destOrd="0" presId="urn:microsoft.com/office/officeart/2005/8/layout/hierarchy1"/>
    <dgm:cxn modelId="{FFC65FD5-60EA-4AE9-9C9F-1AA235B1BA7F}" srcId="{378BD641-719A-4D8A-894F-40FFEDD22FEC}" destId="{FEF860F8-3CC2-4CE0-89AB-27441BC221A9}" srcOrd="3" destOrd="0" parTransId="{5F5233F4-A91B-4AAA-8355-21CCB5F3C799}" sibTransId="{D33F3A6A-6C7E-4EED-A963-BF16C9F5BB12}"/>
    <dgm:cxn modelId="{23FBC0DE-0091-47BA-B102-36C43655A1BA}" type="presOf" srcId="{56ED96F0-04E6-4D75-8502-22704DB7CAFA}" destId="{2FDC94A7-31C1-4129-844F-5B4665B57DB7}" srcOrd="0" destOrd="0" presId="urn:microsoft.com/office/officeart/2005/8/layout/hierarchy1"/>
    <dgm:cxn modelId="{EA32123D-38BA-4514-8C2F-1C7EBA993DD5}" type="presParOf" srcId="{31F3B053-20C0-4F11-B1C1-D868FC970DA0}" destId="{BF1C1B5D-3342-45CE-97DF-1A026501605A}" srcOrd="0" destOrd="0" presId="urn:microsoft.com/office/officeart/2005/8/layout/hierarchy1"/>
    <dgm:cxn modelId="{7AD36C74-C7F5-43B9-9AF2-7FCC990989C6}" type="presParOf" srcId="{BF1C1B5D-3342-45CE-97DF-1A026501605A}" destId="{0BD473D9-0450-4564-9720-A0E2322DC90E}" srcOrd="0" destOrd="0" presId="urn:microsoft.com/office/officeart/2005/8/layout/hierarchy1"/>
    <dgm:cxn modelId="{6B171CDE-EA34-4381-88C2-65323DD4D559}" type="presParOf" srcId="{0BD473D9-0450-4564-9720-A0E2322DC90E}" destId="{2387072A-F175-425C-AFC7-BFAE48DD1438}" srcOrd="0" destOrd="0" presId="urn:microsoft.com/office/officeart/2005/8/layout/hierarchy1"/>
    <dgm:cxn modelId="{6AC15AA4-2833-455C-9590-F7D9D36A0CC5}" type="presParOf" srcId="{0BD473D9-0450-4564-9720-A0E2322DC90E}" destId="{0AB73002-F4D7-476B-8449-B704D48F74D2}" srcOrd="1" destOrd="0" presId="urn:microsoft.com/office/officeart/2005/8/layout/hierarchy1"/>
    <dgm:cxn modelId="{11E5FB9F-6D3B-4695-A133-F8217157CFDE}" type="presParOf" srcId="{BF1C1B5D-3342-45CE-97DF-1A026501605A}" destId="{56A6A5DA-3D59-483C-857F-0D51385F868A}" srcOrd="1" destOrd="0" presId="urn:microsoft.com/office/officeart/2005/8/layout/hierarchy1"/>
    <dgm:cxn modelId="{B9A80BC3-AC39-424B-A003-C649D8C2C311}" type="presParOf" srcId="{31F3B053-20C0-4F11-B1C1-D868FC970DA0}" destId="{D5CE8B6F-857F-474F-BB45-9E04657B46BB}" srcOrd="1" destOrd="0" presId="urn:microsoft.com/office/officeart/2005/8/layout/hierarchy1"/>
    <dgm:cxn modelId="{0B347C23-AC32-4DC0-AFB2-A951527B3721}" type="presParOf" srcId="{D5CE8B6F-857F-474F-BB45-9E04657B46BB}" destId="{C148655A-FCA2-4014-AD1A-433FD0F35EB7}" srcOrd="0" destOrd="0" presId="urn:microsoft.com/office/officeart/2005/8/layout/hierarchy1"/>
    <dgm:cxn modelId="{E5CE6DC6-F4C5-4602-973A-8F6E7D7D0642}" type="presParOf" srcId="{C148655A-FCA2-4014-AD1A-433FD0F35EB7}" destId="{DCBAC788-3DF0-42A1-9833-F73B388352D3}" srcOrd="0" destOrd="0" presId="urn:microsoft.com/office/officeart/2005/8/layout/hierarchy1"/>
    <dgm:cxn modelId="{ABC0A389-E488-4654-BBB5-CE3C9FAC2266}" type="presParOf" srcId="{C148655A-FCA2-4014-AD1A-433FD0F35EB7}" destId="{2FDC94A7-31C1-4129-844F-5B4665B57DB7}" srcOrd="1" destOrd="0" presId="urn:microsoft.com/office/officeart/2005/8/layout/hierarchy1"/>
    <dgm:cxn modelId="{6E689913-DBBD-4BD6-BB2D-9A2BC160FF46}" type="presParOf" srcId="{D5CE8B6F-857F-474F-BB45-9E04657B46BB}" destId="{9C57A3A8-53E3-4A4D-8718-8E970002EEF9}" srcOrd="1" destOrd="0" presId="urn:microsoft.com/office/officeart/2005/8/layout/hierarchy1"/>
    <dgm:cxn modelId="{EA833866-56F3-449A-BA52-10D3009F5D1B}" type="presParOf" srcId="{31F3B053-20C0-4F11-B1C1-D868FC970DA0}" destId="{6C7F389F-D00E-4B33-BB89-2853E97E1D5D}" srcOrd="2" destOrd="0" presId="urn:microsoft.com/office/officeart/2005/8/layout/hierarchy1"/>
    <dgm:cxn modelId="{CF142649-08FF-42CD-81EB-8A207F34A71C}" type="presParOf" srcId="{6C7F389F-D00E-4B33-BB89-2853E97E1D5D}" destId="{6A6942AD-13CE-4E3E-907C-2C7283719D83}" srcOrd="0" destOrd="0" presId="urn:microsoft.com/office/officeart/2005/8/layout/hierarchy1"/>
    <dgm:cxn modelId="{7AF7F7E3-7E77-49E3-BB78-2C20BC10347B}" type="presParOf" srcId="{6A6942AD-13CE-4E3E-907C-2C7283719D83}" destId="{D9681C7C-B0A1-4AF0-8C38-CADB8A7345B0}" srcOrd="0" destOrd="0" presId="urn:microsoft.com/office/officeart/2005/8/layout/hierarchy1"/>
    <dgm:cxn modelId="{C1B71818-16B7-4BF6-9412-1BE77FCF9C2A}" type="presParOf" srcId="{6A6942AD-13CE-4E3E-907C-2C7283719D83}" destId="{76A80F71-2D59-4EC9-B256-72077D763427}" srcOrd="1" destOrd="0" presId="urn:microsoft.com/office/officeart/2005/8/layout/hierarchy1"/>
    <dgm:cxn modelId="{D5CCBD58-87B1-4153-9703-C46B05B711B0}" type="presParOf" srcId="{6C7F389F-D00E-4B33-BB89-2853E97E1D5D}" destId="{A2587DF3-0330-4ACB-BF33-0C56E3797720}" srcOrd="1" destOrd="0" presId="urn:microsoft.com/office/officeart/2005/8/layout/hierarchy1"/>
    <dgm:cxn modelId="{4309AFFD-E91E-4370-9135-1200FED07D59}" type="presParOf" srcId="{31F3B053-20C0-4F11-B1C1-D868FC970DA0}" destId="{BAA0DC46-1DF6-4E0D-82B6-6F9EADFD2FA4}" srcOrd="3" destOrd="0" presId="urn:microsoft.com/office/officeart/2005/8/layout/hierarchy1"/>
    <dgm:cxn modelId="{CFCD9681-9912-4D97-9216-C87337A097BF}" type="presParOf" srcId="{BAA0DC46-1DF6-4E0D-82B6-6F9EADFD2FA4}" destId="{366F0562-1553-413D-80ED-0FF66D234B56}" srcOrd="0" destOrd="0" presId="urn:microsoft.com/office/officeart/2005/8/layout/hierarchy1"/>
    <dgm:cxn modelId="{39926C51-D63E-48CE-A9F3-8C28F45B7F73}" type="presParOf" srcId="{366F0562-1553-413D-80ED-0FF66D234B56}" destId="{EA653FD4-1405-4BCE-B8F0-6278FBC53C8D}" srcOrd="0" destOrd="0" presId="urn:microsoft.com/office/officeart/2005/8/layout/hierarchy1"/>
    <dgm:cxn modelId="{F4A53730-0F48-410A-B4C8-420FC2073EC6}" type="presParOf" srcId="{366F0562-1553-413D-80ED-0FF66D234B56}" destId="{5ED32371-E964-4405-BEA7-C7B3B1F7763E}" srcOrd="1" destOrd="0" presId="urn:microsoft.com/office/officeart/2005/8/layout/hierarchy1"/>
    <dgm:cxn modelId="{C0346D5B-E901-492F-8698-C3C3FB19A0C8}" type="presParOf" srcId="{BAA0DC46-1DF6-4E0D-82B6-6F9EADFD2FA4}" destId="{B9C8DDAE-CEDD-40A2-B333-CED19057FC20}" srcOrd="1" destOrd="0" presId="urn:microsoft.com/office/officeart/2005/8/layout/hierarchy1"/>
  </dgm:cxnLst>
  <dgm:bg/>
  <dgm:whole/>
  <dgm:extLst>
    <a:ext uri="http://schemas.microsoft.com/office/drawing/2008/diagram">
      <dsp:dataModelExt xmlns:dsp="http://schemas.microsoft.com/office/drawing/2008/diagram" relId="rId6" minVer="http://schemas.openxmlformats.org/drawingml/2006/diagram"/>
    </a:ext>
  </dgm:extLst>
</dgm:dataModel>
</file>

<file path=ppt/diagrams/data3.xml><?xml version="1.0" encoding="utf-8"?>
<dgm:dataModel xmlns:dgm="http://schemas.openxmlformats.org/drawingml/2006/diagram" xmlns:a="http://schemas.openxmlformats.org/drawingml/2006/main">
  <dgm:ptLst>
    <dgm:pt modelId="{93DA710B-00D4-4589-9436-6E72DE02A448}" type="doc">
      <dgm:prSet loTypeId="urn:microsoft.com/office/officeart/2018/2/layout/IconLabelList" loCatId="icon" qsTypeId="urn:microsoft.com/office/officeart/2005/8/quickstyle/simple1" qsCatId="simple" csTypeId="urn:microsoft.com/office/officeart/2018/5/colors/Iconchunking_neutralbg_colorful1" csCatId="colorful" phldr="1"/>
      <dgm:spPr/>
      <dgm:t>
        <a:bodyPr/>
        <a:lstStyle/>
        <a:p>
          <a:endParaRPr lang="en-US"/>
        </a:p>
      </dgm:t>
    </dgm:pt>
    <dgm:pt modelId="{173ABFB4-F920-4BB3-8A78-33AD4C0BAD2A}">
      <dgm:prSet/>
      <dgm:spPr/>
      <dgm:t>
        <a:bodyPr/>
        <a:lstStyle/>
        <a:p>
          <a:r>
            <a:rPr lang="en-US" b="0" i="0" baseline="0"/>
            <a:t>Increase investment in R&amp;D activities </a:t>
          </a:r>
          <a:endParaRPr lang="en-US"/>
        </a:p>
      </dgm:t>
    </dgm:pt>
    <dgm:pt modelId="{9D59FB15-4ABB-4032-AD12-B3C970FAE3F7}" type="parTrans" cxnId="{59075E08-DC14-45EE-B3F7-A39929AADB54}">
      <dgm:prSet/>
      <dgm:spPr/>
      <dgm:t>
        <a:bodyPr/>
        <a:lstStyle/>
        <a:p>
          <a:endParaRPr lang="en-US"/>
        </a:p>
      </dgm:t>
    </dgm:pt>
    <dgm:pt modelId="{5325B649-1F47-4CC0-BD5C-7062913A1B37}" type="sibTrans" cxnId="{59075E08-DC14-45EE-B3F7-A39929AADB54}">
      <dgm:prSet/>
      <dgm:spPr/>
      <dgm:t>
        <a:bodyPr/>
        <a:lstStyle/>
        <a:p>
          <a:endParaRPr lang="en-US"/>
        </a:p>
      </dgm:t>
    </dgm:pt>
    <dgm:pt modelId="{814133D7-67CA-41F3-82C0-75D41CB83CAB}">
      <dgm:prSet/>
      <dgm:spPr/>
      <dgm:t>
        <a:bodyPr/>
        <a:lstStyle/>
        <a:p>
          <a:r>
            <a:rPr lang="en-US" b="0" i="0" baseline="0"/>
            <a:t>Maintain effective marketing strategies </a:t>
          </a:r>
          <a:endParaRPr lang="en-US"/>
        </a:p>
      </dgm:t>
    </dgm:pt>
    <dgm:pt modelId="{65C70F03-F5DD-477A-8C31-E89744C42828}" type="parTrans" cxnId="{C415D287-B8AE-4DD9-B65A-54F4420A6858}">
      <dgm:prSet/>
      <dgm:spPr/>
      <dgm:t>
        <a:bodyPr/>
        <a:lstStyle/>
        <a:p>
          <a:endParaRPr lang="en-US"/>
        </a:p>
      </dgm:t>
    </dgm:pt>
    <dgm:pt modelId="{0EB53EC9-7A88-423F-BF90-AE4815CD22AC}" type="sibTrans" cxnId="{C415D287-B8AE-4DD9-B65A-54F4420A6858}">
      <dgm:prSet/>
      <dgm:spPr/>
      <dgm:t>
        <a:bodyPr/>
        <a:lstStyle/>
        <a:p>
          <a:endParaRPr lang="en-US"/>
        </a:p>
      </dgm:t>
    </dgm:pt>
    <dgm:pt modelId="{29852B5D-4667-43F3-A92E-0F61D2F0ADA9}">
      <dgm:prSet/>
      <dgm:spPr/>
      <dgm:t>
        <a:bodyPr/>
        <a:lstStyle/>
        <a:p>
          <a:r>
            <a:rPr lang="en-US" b="0" i="0" baseline="0"/>
            <a:t>Optimize administrative expenses </a:t>
          </a:r>
          <a:endParaRPr lang="en-US"/>
        </a:p>
      </dgm:t>
    </dgm:pt>
    <dgm:pt modelId="{48D50C6E-B497-49C8-BC35-BC9A3F0DE393}" type="parTrans" cxnId="{89BBD97F-B1AB-45DD-8969-8E329C1A8422}">
      <dgm:prSet/>
      <dgm:spPr/>
      <dgm:t>
        <a:bodyPr/>
        <a:lstStyle/>
        <a:p>
          <a:endParaRPr lang="en-US"/>
        </a:p>
      </dgm:t>
    </dgm:pt>
    <dgm:pt modelId="{2F23A5E5-E893-4EA4-9E42-1B38FBAA21E9}" type="sibTrans" cxnId="{89BBD97F-B1AB-45DD-8969-8E329C1A8422}">
      <dgm:prSet/>
      <dgm:spPr/>
      <dgm:t>
        <a:bodyPr/>
        <a:lstStyle/>
        <a:p>
          <a:endParaRPr lang="en-US"/>
        </a:p>
      </dgm:t>
    </dgm:pt>
    <dgm:pt modelId="{5D0B0CBD-CA36-43B8-8E42-EB86B00897A5}">
      <dgm:prSet/>
      <dgm:spPr/>
      <dgm:t>
        <a:bodyPr/>
        <a:lstStyle/>
        <a:p>
          <a:r>
            <a:rPr lang="en-US" b="0" i="0" baseline="0"/>
            <a:t>Use predictive analytics for future business planning </a:t>
          </a:r>
          <a:endParaRPr lang="en-US"/>
        </a:p>
      </dgm:t>
    </dgm:pt>
    <dgm:pt modelId="{35F306CC-A059-43AB-A8E2-9A5998459BC8}" type="parTrans" cxnId="{97189C9A-9784-4A5F-AB85-3896B549A01C}">
      <dgm:prSet/>
      <dgm:spPr/>
      <dgm:t>
        <a:bodyPr/>
        <a:lstStyle/>
        <a:p>
          <a:endParaRPr lang="en-US"/>
        </a:p>
      </dgm:t>
    </dgm:pt>
    <dgm:pt modelId="{084C31BC-9220-49EA-9399-F71853BB33C3}" type="sibTrans" cxnId="{97189C9A-9784-4A5F-AB85-3896B549A01C}">
      <dgm:prSet/>
      <dgm:spPr/>
      <dgm:t>
        <a:bodyPr/>
        <a:lstStyle/>
        <a:p>
          <a:endParaRPr lang="en-US"/>
        </a:p>
      </dgm:t>
    </dgm:pt>
    <dgm:pt modelId="{F163261A-83C0-4878-B230-E07D5EFAB4A1}" type="pres">
      <dgm:prSet presAssocID="{93DA710B-00D4-4589-9436-6E72DE02A448}" presName="root" presStyleCnt="0">
        <dgm:presLayoutVars>
          <dgm:dir/>
          <dgm:resizeHandles val="exact"/>
        </dgm:presLayoutVars>
      </dgm:prSet>
      <dgm:spPr/>
    </dgm:pt>
    <dgm:pt modelId="{3E6A39FA-6580-431B-A0D4-2F485DC7FAD5}" type="pres">
      <dgm:prSet presAssocID="{173ABFB4-F920-4BB3-8A78-33AD4C0BAD2A}" presName="compNode" presStyleCnt="0"/>
      <dgm:spPr/>
    </dgm:pt>
    <dgm:pt modelId="{2A6D5D6A-99E4-4D3C-9D4F-44ED20230596}" type="pres">
      <dgm:prSet presAssocID="{173ABFB4-F920-4BB3-8A78-33AD4C0BAD2A}" presName="iconRect" presStyleLbl="node1" presStyleIdx="0" presStyleCnt="4"/>
      <dgm:spPr>
        <a:blipFill>
          <a:blip xmlns:r="http://schemas.openxmlformats.org/officeDocument/2006/relationships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1"/>
              </a:ext>
            </a:extLst>
          </a:blip>
          <a:stretch>
            <a:fillRect/>
          </a:stretch>
        </a:blipFill>
        <a:ln>
          <a:noFill/>
        </a:ln>
      </dgm:spPr>
      <dgm:extLst>
        <a:ext uri="{E40237B7-FDA0-4F09-8148-C483321AD2D9}">
          <dgm14:cNvPr xmlns:dgm14="http://schemas.microsoft.com/office/drawing/2010/diagram" id="0" name="" descr="Upward trend"/>
        </a:ext>
      </dgm:extLst>
    </dgm:pt>
    <dgm:pt modelId="{CB5A0915-C6DE-4D8B-A657-979C80841014}" type="pres">
      <dgm:prSet presAssocID="{173ABFB4-F920-4BB3-8A78-33AD4C0BAD2A}" presName="spaceRect" presStyleCnt="0"/>
      <dgm:spPr/>
    </dgm:pt>
    <dgm:pt modelId="{103A23A4-36D4-4AD6-BAA3-DF3408C232DC}" type="pres">
      <dgm:prSet presAssocID="{173ABFB4-F920-4BB3-8A78-33AD4C0BAD2A}" presName="textRect" presStyleLbl="revTx" presStyleIdx="0" presStyleCnt="4">
        <dgm:presLayoutVars>
          <dgm:chMax val="1"/>
          <dgm:chPref val="1"/>
        </dgm:presLayoutVars>
      </dgm:prSet>
      <dgm:spPr/>
    </dgm:pt>
    <dgm:pt modelId="{6E605780-A32C-4237-99DA-47DC72678877}" type="pres">
      <dgm:prSet presAssocID="{5325B649-1F47-4CC0-BD5C-7062913A1B37}" presName="sibTrans" presStyleCnt="0"/>
      <dgm:spPr/>
    </dgm:pt>
    <dgm:pt modelId="{8B8FF7AF-4713-474E-9A05-E142289847BF}" type="pres">
      <dgm:prSet presAssocID="{814133D7-67CA-41F3-82C0-75D41CB83CAB}" presName="compNode" presStyleCnt="0"/>
      <dgm:spPr/>
    </dgm:pt>
    <dgm:pt modelId="{61A9441B-27CC-455B-AC41-53EE3FB5AF07}" type="pres">
      <dgm:prSet presAssocID="{814133D7-67CA-41F3-82C0-75D41CB83CAB}" presName="iconRect" presStyleLbl="node1" presStyleIdx="1" presStyleCnt="4"/>
      <dgm:spPr>
        <a:blipFill>
          <a:blip xmlns:r="http://schemas.openxmlformats.org/officeDocument/2006/relationships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2"/>
              </a:ext>
            </a:extLst>
          </a:blip>
          <a:stretch>
            <a:fillRect/>
          </a:stretch>
        </a:blipFill>
        <a:ln>
          <a:noFill/>
        </a:ln>
      </dgm:spPr>
      <dgm:extLst>
        <a:ext uri="{E40237B7-FDA0-4F09-8148-C483321AD2D9}">
          <dgm14:cNvPr xmlns:dgm14="http://schemas.microsoft.com/office/drawing/2010/diagram" id="0" name="" descr="Bullseye"/>
        </a:ext>
      </dgm:extLst>
    </dgm:pt>
    <dgm:pt modelId="{BBD4D261-39EC-4700-B5A1-EBACA6A05727}" type="pres">
      <dgm:prSet presAssocID="{814133D7-67CA-41F3-82C0-75D41CB83CAB}" presName="spaceRect" presStyleCnt="0"/>
      <dgm:spPr/>
    </dgm:pt>
    <dgm:pt modelId="{3D6541DF-153F-46B3-B535-5F93E23917A8}" type="pres">
      <dgm:prSet presAssocID="{814133D7-67CA-41F3-82C0-75D41CB83CAB}" presName="textRect" presStyleLbl="revTx" presStyleIdx="1" presStyleCnt="4">
        <dgm:presLayoutVars>
          <dgm:chMax val="1"/>
          <dgm:chPref val="1"/>
        </dgm:presLayoutVars>
      </dgm:prSet>
      <dgm:spPr/>
    </dgm:pt>
    <dgm:pt modelId="{080787F7-3F4C-43D8-AFDF-AD814B89231B}" type="pres">
      <dgm:prSet presAssocID="{0EB53EC9-7A88-423F-BF90-AE4815CD22AC}" presName="sibTrans" presStyleCnt="0"/>
      <dgm:spPr/>
    </dgm:pt>
    <dgm:pt modelId="{1F8266D1-DE52-4E30-A019-64F86C63029F}" type="pres">
      <dgm:prSet presAssocID="{29852B5D-4667-43F3-A92E-0F61D2F0ADA9}" presName="compNode" presStyleCnt="0"/>
      <dgm:spPr/>
    </dgm:pt>
    <dgm:pt modelId="{D7BFADA1-5312-4FD4-92A2-F7F13CE30557}" type="pres">
      <dgm:prSet presAssocID="{29852B5D-4667-43F3-A92E-0F61D2F0ADA9}" presName="iconRect" presStyleLbl="node1" presStyleIdx="2" presStyleCnt="4"/>
      <dgm:spPr>
        <a:blipFill>
          <a:blip xmlns:r="http://schemas.openxmlformats.org/officeDocument/2006/relationships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a:blipFill>
        <a:ln>
          <a:noFill/>
        </a:ln>
      </dgm:spPr>
      <dgm:extLst>
        <a:ext uri="{E40237B7-FDA0-4F09-8148-C483321AD2D9}">
          <dgm14:cNvPr xmlns:dgm14="http://schemas.microsoft.com/office/drawing/2010/diagram" id="0" name="" descr="Money"/>
        </a:ext>
      </dgm:extLst>
    </dgm:pt>
    <dgm:pt modelId="{30CCD88D-D322-4738-9FB9-162E731A1B33}" type="pres">
      <dgm:prSet presAssocID="{29852B5D-4667-43F3-A92E-0F61D2F0ADA9}" presName="spaceRect" presStyleCnt="0"/>
      <dgm:spPr/>
    </dgm:pt>
    <dgm:pt modelId="{459E26D5-72FF-4699-82E3-BBBF2705C1B3}" type="pres">
      <dgm:prSet presAssocID="{29852B5D-4667-43F3-A92E-0F61D2F0ADA9}" presName="textRect" presStyleLbl="revTx" presStyleIdx="2" presStyleCnt="4">
        <dgm:presLayoutVars>
          <dgm:chMax val="1"/>
          <dgm:chPref val="1"/>
        </dgm:presLayoutVars>
      </dgm:prSet>
      <dgm:spPr/>
    </dgm:pt>
    <dgm:pt modelId="{F3225B8E-E2A5-4232-8B9C-9A1F07483775}" type="pres">
      <dgm:prSet presAssocID="{2F23A5E5-E893-4EA4-9E42-1B38FBAA21E9}" presName="sibTrans" presStyleCnt="0"/>
      <dgm:spPr/>
    </dgm:pt>
    <dgm:pt modelId="{F8CA9C7D-45B8-45AD-BE7D-0B290F2B1AE4}" type="pres">
      <dgm:prSet presAssocID="{5D0B0CBD-CA36-43B8-8E42-EB86B00897A5}" presName="compNode" presStyleCnt="0"/>
      <dgm:spPr/>
    </dgm:pt>
    <dgm:pt modelId="{5F6BF89E-603D-47F7-8A62-A4F8EE401759}" type="pres">
      <dgm:prSet presAssocID="{5D0B0CBD-CA36-43B8-8E42-EB86B00897A5}" presName="iconRect" presStyleLbl="node1" presStyleIdx="3" presStyleCnt="4"/>
      <dgm:spPr>
        <a:blipFill>
          <a:blip xmlns:r="http://schemas.openxmlformats.org/officeDocument/2006/relationships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a:blipFill>
        <a:ln>
          <a:noFill/>
        </a:ln>
      </dgm:spPr>
      <dgm:extLst>
        <a:ext uri="{E40237B7-FDA0-4F09-8148-C483321AD2D9}">
          <dgm14:cNvPr xmlns:dgm14="http://schemas.microsoft.com/office/drawing/2010/diagram" id="0" name="" descr="Head with Gears"/>
        </a:ext>
      </dgm:extLst>
    </dgm:pt>
    <dgm:pt modelId="{0089AED2-0DCB-4B1D-85AE-986476AB790F}" type="pres">
      <dgm:prSet presAssocID="{5D0B0CBD-CA36-43B8-8E42-EB86B00897A5}" presName="spaceRect" presStyleCnt="0"/>
      <dgm:spPr/>
    </dgm:pt>
    <dgm:pt modelId="{21FD3974-4F19-4700-8879-45B5C6BB44EA}" type="pres">
      <dgm:prSet presAssocID="{5D0B0CBD-CA36-43B8-8E42-EB86B00897A5}" presName="textRect" presStyleLbl="revTx" presStyleIdx="3" presStyleCnt="4">
        <dgm:presLayoutVars>
          <dgm:chMax val="1"/>
          <dgm:chPref val="1"/>
        </dgm:presLayoutVars>
      </dgm:prSet>
      <dgm:spPr/>
    </dgm:pt>
  </dgm:ptLst>
  <dgm:cxnLst>
    <dgm:cxn modelId="{59075E08-DC14-45EE-B3F7-A39929AADB54}" srcId="{93DA710B-00D4-4589-9436-6E72DE02A448}" destId="{173ABFB4-F920-4BB3-8A78-33AD4C0BAD2A}" srcOrd="0" destOrd="0" parTransId="{9D59FB15-4ABB-4032-AD12-B3C970FAE3F7}" sibTransId="{5325B649-1F47-4CC0-BD5C-7062913A1B37}"/>
    <dgm:cxn modelId="{53B0AF21-BF5C-44D7-A3CD-65ED045F52D0}" type="presOf" srcId="{173ABFB4-F920-4BB3-8A78-33AD4C0BAD2A}" destId="{103A23A4-36D4-4AD6-BAA3-DF3408C232DC}" srcOrd="0" destOrd="0" presId="urn:microsoft.com/office/officeart/2018/2/layout/IconLabelList"/>
    <dgm:cxn modelId="{4B1C9633-FD50-44A7-BED8-DFA4F6479657}" type="presOf" srcId="{5D0B0CBD-CA36-43B8-8E42-EB86B00897A5}" destId="{21FD3974-4F19-4700-8879-45B5C6BB44EA}" srcOrd="0" destOrd="0" presId="urn:microsoft.com/office/officeart/2018/2/layout/IconLabelList"/>
    <dgm:cxn modelId="{0F0AE738-230D-45C4-A20F-42BE4EA5031F}" type="presOf" srcId="{93DA710B-00D4-4589-9436-6E72DE02A448}" destId="{F163261A-83C0-4878-B230-E07D5EFAB4A1}" srcOrd="0" destOrd="0" presId="urn:microsoft.com/office/officeart/2018/2/layout/IconLabelList"/>
    <dgm:cxn modelId="{73873743-A214-424E-8CCB-50ECA27840B0}" type="presOf" srcId="{29852B5D-4667-43F3-A92E-0F61D2F0ADA9}" destId="{459E26D5-72FF-4699-82E3-BBBF2705C1B3}" srcOrd="0" destOrd="0" presId="urn:microsoft.com/office/officeart/2018/2/layout/IconLabelList"/>
    <dgm:cxn modelId="{89BBD97F-B1AB-45DD-8969-8E329C1A8422}" srcId="{93DA710B-00D4-4589-9436-6E72DE02A448}" destId="{29852B5D-4667-43F3-A92E-0F61D2F0ADA9}" srcOrd="2" destOrd="0" parTransId="{48D50C6E-B497-49C8-BC35-BC9A3F0DE393}" sibTransId="{2F23A5E5-E893-4EA4-9E42-1B38FBAA21E9}"/>
    <dgm:cxn modelId="{C415D287-B8AE-4DD9-B65A-54F4420A6858}" srcId="{93DA710B-00D4-4589-9436-6E72DE02A448}" destId="{814133D7-67CA-41F3-82C0-75D41CB83CAB}" srcOrd="1" destOrd="0" parTransId="{65C70F03-F5DD-477A-8C31-E89744C42828}" sibTransId="{0EB53EC9-7A88-423F-BF90-AE4815CD22AC}"/>
    <dgm:cxn modelId="{97189C9A-9784-4A5F-AB85-3896B549A01C}" srcId="{93DA710B-00D4-4589-9436-6E72DE02A448}" destId="{5D0B0CBD-CA36-43B8-8E42-EB86B00897A5}" srcOrd="3" destOrd="0" parTransId="{35F306CC-A059-43AB-A8E2-9A5998459BC8}" sibTransId="{084C31BC-9220-49EA-9399-F71853BB33C3}"/>
    <dgm:cxn modelId="{C11E32C3-09DA-40AA-AC67-113AE672AD37}" type="presOf" srcId="{814133D7-67CA-41F3-82C0-75D41CB83CAB}" destId="{3D6541DF-153F-46B3-B535-5F93E23917A8}" srcOrd="0" destOrd="0" presId="urn:microsoft.com/office/officeart/2018/2/layout/IconLabelList"/>
    <dgm:cxn modelId="{0F2ABA95-8808-4410-A629-2AB1382F414A}" type="presParOf" srcId="{F163261A-83C0-4878-B230-E07D5EFAB4A1}" destId="{3E6A39FA-6580-431B-A0D4-2F485DC7FAD5}" srcOrd="0" destOrd="0" presId="urn:microsoft.com/office/officeart/2018/2/layout/IconLabelList"/>
    <dgm:cxn modelId="{01A3FFD0-22C1-498C-893D-CA67963D5A4E}" type="presParOf" srcId="{3E6A39FA-6580-431B-A0D4-2F485DC7FAD5}" destId="{2A6D5D6A-99E4-4D3C-9D4F-44ED20230596}" srcOrd="0" destOrd="0" presId="urn:microsoft.com/office/officeart/2018/2/layout/IconLabelList"/>
    <dgm:cxn modelId="{431C7DE5-B418-4B3A-95AA-EE784B8E359E}" type="presParOf" srcId="{3E6A39FA-6580-431B-A0D4-2F485DC7FAD5}" destId="{CB5A0915-C6DE-4D8B-A657-979C80841014}" srcOrd="1" destOrd="0" presId="urn:microsoft.com/office/officeart/2018/2/layout/IconLabelList"/>
    <dgm:cxn modelId="{8A0088EC-B32B-4B2E-98D6-B34B33B3074A}" type="presParOf" srcId="{3E6A39FA-6580-431B-A0D4-2F485DC7FAD5}" destId="{103A23A4-36D4-4AD6-BAA3-DF3408C232DC}" srcOrd="2" destOrd="0" presId="urn:microsoft.com/office/officeart/2018/2/layout/IconLabelList"/>
    <dgm:cxn modelId="{D5894487-5CDA-4062-9733-92D4D4C79409}" type="presParOf" srcId="{F163261A-83C0-4878-B230-E07D5EFAB4A1}" destId="{6E605780-A32C-4237-99DA-47DC72678877}" srcOrd="1" destOrd="0" presId="urn:microsoft.com/office/officeart/2018/2/layout/IconLabelList"/>
    <dgm:cxn modelId="{EBD7C926-8DDB-4CA3-A72F-90CEEB7DCA44}" type="presParOf" srcId="{F163261A-83C0-4878-B230-E07D5EFAB4A1}" destId="{8B8FF7AF-4713-474E-9A05-E142289847BF}" srcOrd="2" destOrd="0" presId="urn:microsoft.com/office/officeart/2018/2/layout/IconLabelList"/>
    <dgm:cxn modelId="{A237954F-0E60-4BBA-8447-BCD7DB65F4DA}" type="presParOf" srcId="{8B8FF7AF-4713-474E-9A05-E142289847BF}" destId="{61A9441B-27CC-455B-AC41-53EE3FB5AF07}" srcOrd="0" destOrd="0" presId="urn:microsoft.com/office/officeart/2018/2/layout/IconLabelList"/>
    <dgm:cxn modelId="{C8685880-E344-45F6-BDA8-298F87EF092B}" type="presParOf" srcId="{8B8FF7AF-4713-474E-9A05-E142289847BF}" destId="{BBD4D261-39EC-4700-B5A1-EBACA6A05727}" srcOrd="1" destOrd="0" presId="urn:microsoft.com/office/officeart/2018/2/layout/IconLabelList"/>
    <dgm:cxn modelId="{06B7E9F2-83DF-4B7F-A847-7AF750FC48C6}" type="presParOf" srcId="{8B8FF7AF-4713-474E-9A05-E142289847BF}" destId="{3D6541DF-153F-46B3-B535-5F93E23917A8}" srcOrd="2" destOrd="0" presId="urn:microsoft.com/office/officeart/2018/2/layout/IconLabelList"/>
    <dgm:cxn modelId="{B508DC25-0B50-4932-94A4-BC2C79E57D89}" type="presParOf" srcId="{F163261A-83C0-4878-B230-E07D5EFAB4A1}" destId="{080787F7-3F4C-43D8-AFDF-AD814B89231B}" srcOrd="3" destOrd="0" presId="urn:microsoft.com/office/officeart/2018/2/layout/IconLabelList"/>
    <dgm:cxn modelId="{D4E0B25E-D15C-4472-9855-EE3EE1243AB3}" type="presParOf" srcId="{F163261A-83C0-4878-B230-E07D5EFAB4A1}" destId="{1F8266D1-DE52-4E30-A019-64F86C63029F}" srcOrd="4" destOrd="0" presId="urn:microsoft.com/office/officeart/2018/2/layout/IconLabelList"/>
    <dgm:cxn modelId="{CF409270-100E-40F3-9057-F98D84303B0F}" type="presParOf" srcId="{1F8266D1-DE52-4E30-A019-64F86C63029F}" destId="{D7BFADA1-5312-4FD4-92A2-F7F13CE30557}" srcOrd="0" destOrd="0" presId="urn:microsoft.com/office/officeart/2018/2/layout/IconLabelList"/>
    <dgm:cxn modelId="{A1C32C88-0994-4FDC-87F3-74F333087996}" type="presParOf" srcId="{1F8266D1-DE52-4E30-A019-64F86C63029F}" destId="{30CCD88D-D322-4738-9FB9-162E731A1B33}" srcOrd="1" destOrd="0" presId="urn:microsoft.com/office/officeart/2018/2/layout/IconLabelList"/>
    <dgm:cxn modelId="{00E48E38-3E7B-4A7C-A5DE-EE0350DEE5B4}" type="presParOf" srcId="{1F8266D1-DE52-4E30-A019-64F86C63029F}" destId="{459E26D5-72FF-4699-82E3-BBBF2705C1B3}" srcOrd="2" destOrd="0" presId="urn:microsoft.com/office/officeart/2018/2/layout/IconLabelList"/>
    <dgm:cxn modelId="{A8A1D00E-68C7-4A13-AC59-56661CCE1029}" type="presParOf" srcId="{F163261A-83C0-4878-B230-E07D5EFAB4A1}" destId="{F3225B8E-E2A5-4232-8B9C-9A1F07483775}" srcOrd="5" destOrd="0" presId="urn:microsoft.com/office/officeart/2018/2/layout/IconLabelList"/>
    <dgm:cxn modelId="{0CAC082C-C49C-4A7E-8099-7DFA2CE629C7}" type="presParOf" srcId="{F163261A-83C0-4878-B230-E07D5EFAB4A1}" destId="{F8CA9C7D-45B8-45AD-BE7D-0B290F2B1AE4}" srcOrd="6" destOrd="0" presId="urn:microsoft.com/office/officeart/2018/2/layout/IconLabelList"/>
    <dgm:cxn modelId="{96D3B21D-D610-4FBB-B8E4-50AC2E949BA9}" type="presParOf" srcId="{F8CA9C7D-45B8-45AD-BE7D-0B290F2B1AE4}" destId="{5F6BF89E-603D-47F7-8A62-A4F8EE401759}" srcOrd="0" destOrd="0" presId="urn:microsoft.com/office/officeart/2018/2/layout/IconLabelList"/>
    <dgm:cxn modelId="{A2185573-44BE-455C-91D4-47A22AA1CA59}" type="presParOf" srcId="{F8CA9C7D-45B8-45AD-BE7D-0B290F2B1AE4}" destId="{0089AED2-0DCB-4B1D-85AE-986476AB790F}" srcOrd="1" destOrd="0" presId="urn:microsoft.com/office/officeart/2018/2/layout/IconLabelList"/>
    <dgm:cxn modelId="{73D887E8-4789-4214-95E8-B189F8188057}" type="presParOf" srcId="{F8CA9C7D-45B8-45AD-BE7D-0B290F2B1AE4}" destId="{21FD3974-4F19-4700-8879-45B5C6BB44EA}" srcOrd="2" destOrd="0" presId="urn:microsoft.com/office/officeart/2018/2/layout/IconLabelList"/>
  </dgm:cxnLst>
  <dgm:bg/>
  <dgm:whole/>
  <dgm:extLst>
    <a:ext uri="http://schemas.microsoft.com/office/drawing/2008/diagram">
      <dsp:dataModelExt xmlns:dsp="http://schemas.microsoft.com/office/drawing/2008/diagram" relId="rId6" minVer="http://schemas.openxmlformats.org/drawingml/2006/diagram"/>
    </a:ext>
  </dgm:extLst>
</dgm:dataModel>
</file>

<file path=ppt/diagrams/drawing1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  <dsp:sp modelId="{3CDDE61A-4732-477D-8995-A46317CE9E3A}">
      <dsp:nvSpPr>
        <dsp:cNvPr id="0" name=""/>
        <dsp:cNvSpPr/>
      </dsp:nvSpPr>
      <dsp:spPr>
        <a:xfrm>
          <a:off x="833354" y="1660906"/>
          <a:ext cx="666683" cy="71"/>
        </a:xfrm>
        <a:prstGeom prst="rect">
          <a:avLst/>
        </a:prstGeom>
        <a:solidFill>
          <a:schemeClr val="accent5">
            <a:tint val="40000"/>
            <a:alpha val="90000"/>
            <a:hueOff val="0"/>
            <a:satOff val="0"/>
            <a:lumOff val="0"/>
            <a:alphaOff val="0"/>
          </a:schemeClr>
        </a:solidFill>
        <a:ln w="12700" cap="flat" cmpd="sng" algn="ctr">
          <a:solidFill>
            <a:schemeClr val="accent5">
              <a:tint val="40000"/>
              <a:alpha val="90000"/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1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</dsp:sp>
    <dsp:sp modelId="{080AD218-57F1-4315-9066-BB04AE395696}">
      <dsp:nvSpPr>
        <dsp:cNvPr id="0" name=""/>
        <dsp:cNvSpPr/>
      </dsp:nvSpPr>
      <dsp:spPr>
        <a:xfrm>
          <a:off x="1540038" y="1604941"/>
          <a:ext cx="76668" cy="143814"/>
        </a:xfrm>
        <a:prstGeom prst="chevron">
          <a:avLst>
            <a:gd name="adj" fmla="val 90000"/>
          </a:avLst>
        </a:prstGeom>
        <a:solidFill>
          <a:schemeClr val="accent5">
            <a:tint val="40000"/>
            <a:alpha val="90000"/>
            <a:hueOff val="-1085879"/>
            <a:satOff val="242"/>
            <a:lumOff val="36"/>
            <a:alphaOff val="0"/>
          </a:schemeClr>
        </a:solidFill>
        <a:ln w="12700" cap="flat" cmpd="sng" algn="ctr">
          <a:solidFill>
            <a:schemeClr val="accent5">
              <a:tint val="40000"/>
              <a:alpha val="90000"/>
              <a:hueOff val="-1085879"/>
              <a:satOff val="242"/>
              <a:lumOff val="36"/>
              <a:alphaOff val="0"/>
            </a:schemeClr>
          </a:solidFill>
          <a:prstDash val="solid"/>
          <a:miter lim="800000"/>
        </a:ln>
        <a:effectLst/>
      </dsp:spPr>
      <dsp:style>
        <a:lnRef idx="1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</dsp:sp>
    <dsp:sp modelId="{75B1DB2F-BF15-4166-8E5B-CE7A2E72FCF0}">
      <dsp:nvSpPr>
        <dsp:cNvPr id="0" name=""/>
        <dsp:cNvSpPr/>
      </dsp:nvSpPr>
      <dsp:spPr>
        <a:xfrm>
          <a:off x="432699" y="1343623"/>
          <a:ext cx="634637" cy="634637"/>
        </a:xfrm>
        <a:prstGeom prst="ellipse">
          <a:avLst/>
        </a:prstGeom>
        <a:gradFill rotWithShape="0">
          <a:gsLst>
            <a:gs pos="0">
              <a:schemeClr val="accent5">
                <a:hueOff val="0"/>
                <a:satOff val="0"/>
                <a:lumOff val="0"/>
                <a:alphaOff val="0"/>
                <a:satMod val="103000"/>
                <a:lumMod val="102000"/>
                <a:tint val="94000"/>
              </a:schemeClr>
            </a:gs>
            <a:gs pos="50000">
              <a:schemeClr val="accent5">
                <a:hueOff val="0"/>
                <a:satOff val="0"/>
                <a:lumOff val="0"/>
                <a:alphaOff val="0"/>
                <a:satMod val="110000"/>
                <a:lumMod val="100000"/>
                <a:shade val="100000"/>
              </a:schemeClr>
            </a:gs>
            <a:gs pos="100000">
              <a:schemeClr val="accent5">
                <a:hueOff val="0"/>
                <a:satOff val="0"/>
                <a:lumOff val="0"/>
                <a:alphaOff val="0"/>
                <a:lumMod val="99000"/>
                <a:satMod val="120000"/>
                <a:shade val="78000"/>
              </a:schemeClr>
            </a:gs>
          </a:gsLst>
          <a:lin ang="5400000" scaled="0"/>
        </a:gradFill>
        <a:ln w="12700" cap="flat" cmpd="sng" algn="ctr">
          <a:solidFill>
            <a:schemeClr val="accent5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1">
          <a:scrgbClr r="0" g="0" b="0"/>
        </a:lnRef>
        <a:fillRef idx="3">
          <a:scrgbClr r="0" g="0" b="0"/>
        </a:fillRef>
        <a:effectRef idx="2">
          <a:scrgbClr r="0" g="0" b="0"/>
        </a:effectRef>
        <a:fontRef idx="minor">
          <a:schemeClr val="lt1"/>
        </a:fontRef>
      </dsp:style>
      <dsp:txBody>
        <a:bodyPr spcFirstLastPara="0" vert="horz" wrap="square" lIns="24627" tIns="24627" rIns="24627" bIns="24627" numCol="1" spcCol="1270" anchor="ctr" anchorCtr="0">
          <a:noAutofit/>
        </a:bodyPr>
        <a:lstStyle/>
        <a:p>
          <a:pPr marL="0" lvl="0" indent="0" algn="ctr" defTabSz="13335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3000" kern="1200"/>
            <a:t>1</a:t>
          </a:r>
        </a:p>
      </dsp:txBody>
      <dsp:txXfrm>
        <a:off x="525639" y="1436563"/>
        <a:ext cx="448757" cy="448757"/>
      </dsp:txXfrm>
    </dsp:sp>
    <dsp:sp modelId="{2AC19636-6E4B-4D0D-87C4-7994A0939B7A}">
      <dsp:nvSpPr>
        <dsp:cNvPr id="0" name=""/>
        <dsp:cNvSpPr/>
      </dsp:nvSpPr>
      <dsp:spPr>
        <a:xfrm>
          <a:off x="0" y="2143643"/>
          <a:ext cx="1500037" cy="1965600"/>
        </a:xfrm>
        <a:prstGeom prst="upArrowCallout">
          <a:avLst>
            <a:gd name="adj1" fmla="val 50000"/>
            <a:gd name="adj2" fmla="val 20000"/>
            <a:gd name="adj3" fmla="val 20000"/>
            <a:gd name="adj4" fmla="val 100000"/>
          </a:avLst>
        </a:prstGeom>
        <a:solidFill>
          <a:schemeClr val="accent5">
            <a:tint val="40000"/>
            <a:alpha val="90000"/>
            <a:hueOff val="-2171757"/>
            <a:satOff val="485"/>
            <a:lumOff val="73"/>
            <a:alphaOff val="0"/>
          </a:schemeClr>
        </a:solidFill>
        <a:ln w="12700" cap="flat" cmpd="sng" algn="ctr">
          <a:solidFill>
            <a:schemeClr val="accent5">
              <a:tint val="40000"/>
              <a:alpha val="90000"/>
              <a:hueOff val="-2171757"/>
              <a:satOff val="485"/>
              <a:lumOff val="73"/>
              <a:alphaOff val="0"/>
            </a:schemeClr>
          </a:solidFill>
          <a:prstDash val="solid"/>
          <a:miter lim="800000"/>
        </a:ln>
        <a:effectLst/>
      </dsp:spPr>
      <dsp:style>
        <a:lnRef idx="1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118325" tIns="165100" rIns="118325" bIns="165100" numCol="1" spcCol="1270" anchor="t" anchorCtr="0">
          <a:noAutofit/>
        </a:bodyPr>
        <a:lstStyle/>
        <a:p>
          <a:pPr marL="0" lvl="0" indent="0" algn="l" defTabSz="4889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100" kern="1200"/>
            <a:t>Analyze startup profit data </a:t>
          </a:r>
        </a:p>
      </dsp:txBody>
      <dsp:txXfrm>
        <a:off x="0" y="2443650"/>
        <a:ext cx="1500037" cy="1665593"/>
      </dsp:txXfrm>
    </dsp:sp>
    <dsp:sp modelId="{64CA66FA-BA1D-45E5-AF7D-890D6F29892D}">
      <dsp:nvSpPr>
        <dsp:cNvPr id="0" name=""/>
        <dsp:cNvSpPr/>
      </dsp:nvSpPr>
      <dsp:spPr>
        <a:xfrm>
          <a:off x="1666708" y="1661323"/>
          <a:ext cx="1500037" cy="72"/>
        </a:xfrm>
        <a:prstGeom prst="rect">
          <a:avLst/>
        </a:prstGeom>
        <a:solidFill>
          <a:schemeClr val="accent5">
            <a:tint val="40000"/>
            <a:alpha val="90000"/>
            <a:hueOff val="-3257636"/>
            <a:satOff val="727"/>
            <a:lumOff val="109"/>
            <a:alphaOff val="0"/>
          </a:schemeClr>
        </a:solidFill>
        <a:ln w="12700" cap="flat" cmpd="sng" algn="ctr">
          <a:solidFill>
            <a:schemeClr val="accent5">
              <a:tint val="40000"/>
              <a:alpha val="90000"/>
              <a:hueOff val="-3257636"/>
              <a:satOff val="727"/>
              <a:lumOff val="109"/>
              <a:alphaOff val="0"/>
            </a:schemeClr>
          </a:solidFill>
          <a:prstDash val="solid"/>
          <a:miter lim="800000"/>
        </a:ln>
        <a:effectLst/>
      </dsp:spPr>
      <dsp:style>
        <a:lnRef idx="1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</dsp:sp>
    <dsp:sp modelId="{0E587799-421E-4DB4-A651-1C55FD620137}">
      <dsp:nvSpPr>
        <dsp:cNvPr id="0" name=""/>
        <dsp:cNvSpPr/>
      </dsp:nvSpPr>
      <dsp:spPr>
        <a:xfrm>
          <a:off x="3206746" y="1605284"/>
          <a:ext cx="76668" cy="144193"/>
        </a:xfrm>
        <a:prstGeom prst="chevron">
          <a:avLst>
            <a:gd name="adj" fmla="val 90000"/>
          </a:avLst>
        </a:prstGeom>
        <a:solidFill>
          <a:schemeClr val="accent5">
            <a:tint val="40000"/>
            <a:alpha val="90000"/>
            <a:hueOff val="-4343515"/>
            <a:satOff val="970"/>
            <a:lumOff val="146"/>
            <a:alphaOff val="0"/>
          </a:schemeClr>
        </a:solidFill>
        <a:ln w="12700" cap="flat" cmpd="sng" algn="ctr">
          <a:solidFill>
            <a:schemeClr val="accent5">
              <a:tint val="40000"/>
              <a:alpha val="90000"/>
              <a:hueOff val="-4343515"/>
              <a:satOff val="970"/>
              <a:lumOff val="146"/>
              <a:alphaOff val="0"/>
            </a:schemeClr>
          </a:solidFill>
          <a:prstDash val="solid"/>
          <a:miter lim="800000"/>
        </a:ln>
        <a:effectLst/>
      </dsp:spPr>
      <dsp:style>
        <a:lnRef idx="1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</dsp:sp>
    <dsp:sp modelId="{FC33CBC4-1090-40F2-98B3-A953AF77FEFC}">
      <dsp:nvSpPr>
        <dsp:cNvPr id="0" name=""/>
        <dsp:cNvSpPr/>
      </dsp:nvSpPr>
      <dsp:spPr>
        <a:xfrm>
          <a:off x="2099408" y="1344041"/>
          <a:ext cx="634637" cy="634637"/>
        </a:xfrm>
        <a:prstGeom prst="ellipse">
          <a:avLst/>
        </a:prstGeom>
        <a:gradFill rotWithShape="0">
          <a:gsLst>
            <a:gs pos="0">
              <a:schemeClr val="accent5">
                <a:hueOff val="-4050717"/>
                <a:satOff val="-275"/>
                <a:lumOff val="654"/>
                <a:alphaOff val="0"/>
                <a:satMod val="103000"/>
                <a:lumMod val="102000"/>
                <a:tint val="94000"/>
              </a:schemeClr>
            </a:gs>
            <a:gs pos="50000">
              <a:schemeClr val="accent5">
                <a:hueOff val="-4050717"/>
                <a:satOff val="-275"/>
                <a:lumOff val="654"/>
                <a:alphaOff val="0"/>
                <a:satMod val="110000"/>
                <a:lumMod val="100000"/>
                <a:shade val="100000"/>
              </a:schemeClr>
            </a:gs>
            <a:gs pos="100000">
              <a:schemeClr val="accent5">
                <a:hueOff val="-4050717"/>
                <a:satOff val="-275"/>
                <a:lumOff val="654"/>
                <a:alphaOff val="0"/>
                <a:lumMod val="99000"/>
                <a:satMod val="120000"/>
                <a:shade val="78000"/>
              </a:schemeClr>
            </a:gs>
          </a:gsLst>
          <a:lin ang="5400000" scaled="0"/>
        </a:gradFill>
        <a:ln w="12700" cap="flat" cmpd="sng" algn="ctr">
          <a:solidFill>
            <a:schemeClr val="accent5">
              <a:hueOff val="-4050717"/>
              <a:satOff val="-275"/>
              <a:lumOff val="654"/>
              <a:alphaOff val="0"/>
            </a:schemeClr>
          </a:solidFill>
          <a:prstDash val="solid"/>
          <a:miter lim="800000"/>
        </a:ln>
        <a:effectLst/>
      </dsp:spPr>
      <dsp:style>
        <a:lnRef idx="1">
          <a:scrgbClr r="0" g="0" b="0"/>
        </a:lnRef>
        <a:fillRef idx="3">
          <a:scrgbClr r="0" g="0" b="0"/>
        </a:fillRef>
        <a:effectRef idx="2">
          <a:scrgbClr r="0" g="0" b="0"/>
        </a:effectRef>
        <a:fontRef idx="minor">
          <a:schemeClr val="lt1"/>
        </a:fontRef>
      </dsp:style>
      <dsp:txBody>
        <a:bodyPr spcFirstLastPara="0" vert="horz" wrap="square" lIns="24627" tIns="24627" rIns="24627" bIns="24627" numCol="1" spcCol="1270" anchor="ctr" anchorCtr="0">
          <a:noAutofit/>
        </a:bodyPr>
        <a:lstStyle/>
        <a:p>
          <a:pPr marL="0" lvl="0" indent="0" algn="ctr" defTabSz="13335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3000" kern="1200"/>
            <a:t>2</a:t>
          </a:r>
        </a:p>
      </dsp:txBody>
      <dsp:txXfrm>
        <a:off x="2192348" y="1436981"/>
        <a:ext cx="448757" cy="448757"/>
      </dsp:txXfrm>
    </dsp:sp>
    <dsp:sp modelId="{3284B79F-B21A-4A0A-AF62-6FA7EDC0FC6A}">
      <dsp:nvSpPr>
        <dsp:cNvPr id="0" name=""/>
        <dsp:cNvSpPr/>
      </dsp:nvSpPr>
      <dsp:spPr>
        <a:xfrm>
          <a:off x="1666708" y="2144696"/>
          <a:ext cx="1500037" cy="1965600"/>
        </a:xfrm>
        <a:prstGeom prst="upArrowCallout">
          <a:avLst>
            <a:gd name="adj1" fmla="val 50000"/>
            <a:gd name="adj2" fmla="val 20000"/>
            <a:gd name="adj3" fmla="val 20000"/>
            <a:gd name="adj4" fmla="val 100000"/>
          </a:avLst>
        </a:prstGeom>
        <a:solidFill>
          <a:schemeClr val="accent5">
            <a:tint val="40000"/>
            <a:alpha val="90000"/>
            <a:hueOff val="-5429393"/>
            <a:satOff val="1212"/>
            <a:lumOff val="182"/>
            <a:alphaOff val="0"/>
          </a:schemeClr>
        </a:solidFill>
        <a:ln w="12700" cap="flat" cmpd="sng" algn="ctr">
          <a:solidFill>
            <a:schemeClr val="accent5">
              <a:tint val="40000"/>
              <a:alpha val="90000"/>
              <a:hueOff val="-5429393"/>
              <a:satOff val="1212"/>
              <a:lumOff val="182"/>
              <a:alphaOff val="0"/>
            </a:schemeClr>
          </a:solidFill>
          <a:prstDash val="solid"/>
          <a:miter lim="800000"/>
        </a:ln>
        <a:effectLst/>
      </dsp:spPr>
      <dsp:style>
        <a:lnRef idx="1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118325" tIns="165100" rIns="118325" bIns="165100" numCol="1" spcCol="1270" anchor="t" anchorCtr="0">
          <a:noAutofit/>
        </a:bodyPr>
        <a:lstStyle/>
        <a:p>
          <a:pPr marL="0" lvl="0" indent="0" algn="l" defTabSz="4889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100" kern="1200"/>
            <a:t>Study the impact of: </a:t>
          </a:r>
        </a:p>
        <a:p>
          <a:pPr marL="57150" lvl="1" indent="-57150" algn="l" defTabSz="488950">
            <a:lnSpc>
              <a:spcPct val="90000"/>
            </a:lnSpc>
            <a:spcBef>
              <a:spcPct val="0"/>
            </a:spcBef>
            <a:spcAft>
              <a:spcPct val="15000"/>
            </a:spcAft>
            <a:buChar char="•"/>
          </a:pPr>
          <a:r>
            <a:rPr lang="en-US" sz="1100" kern="1200"/>
            <a:t>R&amp;D Spend </a:t>
          </a:r>
        </a:p>
        <a:p>
          <a:pPr marL="57150" lvl="1" indent="-57150" algn="l" defTabSz="488950">
            <a:lnSpc>
              <a:spcPct val="90000"/>
            </a:lnSpc>
            <a:spcBef>
              <a:spcPct val="0"/>
            </a:spcBef>
            <a:spcAft>
              <a:spcPct val="15000"/>
            </a:spcAft>
            <a:buChar char="•"/>
          </a:pPr>
          <a:r>
            <a:rPr lang="en-US" sz="1100" kern="1200"/>
            <a:t>Marketing Spend </a:t>
          </a:r>
        </a:p>
        <a:p>
          <a:pPr marL="57150" lvl="1" indent="-57150" algn="l" defTabSz="488950">
            <a:lnSpc>
              <a:spcPct val="90000"/>
            </a:lnSpc>
            <a:spcBef>
              <a:spcPct val="0"/>
            </a:spcBef>
            <a:spcAft>
              <a:spcPct val="15000"/>
            </a:spcAft>
            <a:buChar char="•"/>
          </a:pPr>
          <a:r>
            <a:rPr lang="en-US" sz="1100" kern="1200"/>
            <a:t>Administration </a:t>
          </a:r>
        </a:p>
      </dsp:txBody>
      <dsp:txXfrm>
        <a:off x="1666708" y="2444703"/>
        <a:ext cx="1500037" cy="1665593"/>
      </dsp:txXfrm>
    </dsp:sp>
    <dsp:sp modelId="{AC4AA125-879A-4E12-A1F4-F275FDEFD9CB}">
      <dsp:nvSpPr>
        <dsp:cNvPr id="0" name=""/>
        <dsp:cNvSpPr/>
      </dsp:nvSpPr>
      <dsp:spPr>
        <a:xfrm>
          <a:off x="3333416" y="1661323"/>
          <a:ext cx="1500037" cy="72"/>
        </a:xfrm>
        <a:prstGeom prst="rect">
          <a:avLst/>
        </a:prstGeom>
        <a:solidFill>
          <a:schemeClr val="accent5">
            <a:tint val="40000"/>
            <a:alpha val="90000"/>
            <a:hueOff val="-6515273"/>
            <a:satOff val="1455"/>
            <a:lumOff val="219"/>
            <a:alphaOff val="0"/>
          </a:schemeClr>
        </a:solidFill>
        <a:ln w="12700" cap="flat" cmpd="sng" algn="ctr">
          <a:solidFill>
            <a:schemeClr val="accent5">
              <a:tint val="40000"/>
              <a:alpha val="90000"/>
              <a:hueOff val="-6515273"/>
              <a:satOff val="1455"/>
              <a:lumOff val="219"/>
              <a:alphaOff val="0"/>
            </a:schemeClr>
          </a:solidFill>
          <a:prstDash val="solid"/>
          <a:miter lim="800000"/>
        </a:ln>
        <a:effectLst/>
      </dsp:spPr>
      <dsp:style>
        <a:lnRef idx="1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</dsp:sp>
    <dsp:sp modelId="{0E69F55F-3C2B-45E9-AD44-21B19320ACBC}">
      <dsp:nvSpPr>
        <dsp:cNvPr id="0" name=""/>
        <dsp:cNvSpPr/>
      </dsp:nvSpPr>
      <dsp:spPr>
        <a:xfrm>
          <a:off x="4873454" y="1605284"/>
          <a:ext cx="76668" cy="144193"/>
        </a:xfrm>
        <a:prstGeom prst="chevron">
          <a:avLst>
            <a:gd name="adj" fmla="val 90000"/>
          </a:avLst>
        </a:prstGeom>
        <a:solidFill>
          <a:schemeClr val="accent5">
            <a:tint val="40000"/>
            <a:alpha val="90000"/>
            <a:hueOff val="-7601151"/>
            <a:satOff val="1697"/>
            <a:lumOff val="255"/>
            <a:alphaOff val="0"/>
          </a:schemeClr>
        </a:solidFill>
        <a:ln w="12700" cap="flat" cmpd="sng" algn="ctr">
          <a:solidFill>
            <a:schemeClr val="accent5">
              <a:tint val="40000"/>
              <a:alpha val="90000"/>
              <a:hueOff val="-7601151"/>
              <a:satOff val="1697"/>
              <a:lumOff val="255"/>
              <a:alphaOff val="0"/>
            </a:schemeClr>
          </a:solidFill>
          <a:prstDash val="solid"/>
          <a:miter lim="800000"/>
        </a:ln>
        <a:effectLst/>
      </dsp:spPr>
      <dsp:style>
        <a:lnRef idx="1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</dsp:sp>
    <dsp:sp modelId="{FBBE6B17-1EB1-438C-905D-6D16AD31070C}">
      <dsp:nvSpPr>
        <dsp:cNvPr id="0" name=""/>
        <dsp:cNvSpPr/>
      </dsp:nvSpPr>
      <dsp:spPr>
        <a:xfrm>
          <a:off x="3766116" y="1344041"/>
          <a:ext cx="634637" cy="634637"/>
        </a:xfrm>
        <a:prstGeom prst="ellipse">
          <a:avLst/>
        </a:prstGeom>
        <a:gradFill rotWithShape="0">
          <a:gsLst>
            <a:gs pos="0">
              <a:schemeClr val="accent5">
                <a:hueOff val="-8101434"/>
                <a:satOff val="-551"/>
                <a:lumOff val="1307"/>
                <a:alphaOff val="0"/>
                <a:satMod val="103000"/>
                <a:lumMod val="102000"/>
                <a:tint val="94000"/>
              </a:schemeClr>
            </a:gs>
            <a:gs pos="50000">
              <a:schemeClr val="accent5">
                <a:hueOff val="-8101434"/>
                <a:satOff val="-551"/>
                <a:lumOff val="1307"/>
                <a:alphaOff val="0"/>
                <a:satMod val="110000"/>
                <a:lumMod val="100000"/>
                <a:shade val="100000"/>
              </a:schemeClr>
            </a:gs>
            <a:gs pos="100000">
              <a:schemeClr val="accent5">
                <a:hueOff val="-8101434"/>
                <a:satOff val="-551"/>
                <a:lumOff val="1307"/>
                <a:alphaOff val="0"/>
                <a:lumMod val="99000"/>
                <a:satMod val="120000"/>
                <a:shade val="78000"/>
              </a:schemeClr>
            </a:gs>
          </a:gsLst>
          <a:lin ang="5400000" scaled="0"/>
        </a:gradFill>
        <a:ln w="12700" cap="flat" cmpd="sng" algn="ctr">
          <a:solidFill>
            <a:schemeClr val="accent5">
              <a:hueOff val="-8101434"/>
              <a:satOff val="-551"/>
              <a:lumOff val="1307"/>
              <a:alphaOff val="0"/>
            </a:schemeClr>
          </a:solidFill>
          <a:prstDash val="solid"/>
          <a:miter lim="800000"/>
        </a:ln>
        <a:effectLst/>
      </dsp:spPr>
      <dsp:style>
        <a:lnRef idx="1">
          <a:scrgbClr r="0" g="0" b="0"/>
        </a:lnRef>
        <a:fillRef idx="3">
          <a:scrgbClr r="0" g="0" b="0"/>
        </a:fillRef>
        <a:effectRef idx="2">
          <a:scrgbClr r="0" g="0" b="0"/>
        </a:effectRef>
        <a:fontRef idx="minor">
          <a:schemeClr val="lt1"/>
        </a:fontRef>
      </dsp:style>
      <dsp:txBody>
        <a:bodyPr spcFirstLastPara="0" vert="horz" wrap="square" lIns="24627" tIns="24627" rIns="24627" bIns="24627" numCol="1" spcCol="1270" anchor="ctr" anchorCtr="0">
          <a:noAutofit/>
        </a:bodyPr>
        <a:lstStyle/>
        <a:p>
          <a:pPr marL="0" lvl="0" indent="0" algn="ctr" defTabSz="13335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3000" kern="1200"/>
            <a:t>3</a:t>
          </a:r>
        </a:p>
      </dsp:txBody>
      <dsp:txXfrm>
        <a:off x="3859056" y="1436981"/>
        <a:ext cx="448757" cy="448757"/>
      </dsp:txXfrm>
    </dsp:sp>
    <dsp:sp modelId="{D215D2B9-4345-439A-8837-9A36F77A7B42}">
      <dsp:nvSpPr>
        <dsp:cNvPr id="0" name=""/>
        <dsp:cNvSpPr/>
      </dsp:nvSpPr>
      <dsp:spPr>
        <a:xfrm>
          <a:off x="3333416" y="2144696"/>
          <a:ext cx="1500037" cy="1965600"/>
        </a:xfrm>
        <a:prstGeom prst="upArrowCallout">
          <a:avLst>
            <a:gd name="adj1" fmla="val 50000"/>
            <a:gd name="adj2" fmla="val 20000"/>
            <a:gd name="adj3" fmla="val 20000"/>
            <a:gd name="adj4" fmla="val 100000"/>
          </a:avLst>
        </a:prstGeom>
        <a:solidFill>
          <a:schemeClr val="accent5">
            <a:tint val="40000"/>
            <a:alpha val="90000"/>
            <a:hueOff val="-8687030"/>
            <a:satOff val="1940"/>
            <a:lumOff val="292"/>
            <a:alphaOff val="0"/>
          </a:schemeClr>
        </a:solidFill>
        <a:ln w="12700" cap="flat" cmpd="sng" algn="ctr">
          <a:solidFill>
            <a:schemeClr val="accent5">
              <a:tint val="40000"/>
              <a:alpha val="90000"/>
              <a:hueOff val="-8687030"/>
              <a:satOff val="1940"/>
              <a:lumOff val="292"/>
              <a:alphaOff val="0"/>
            </a:schemeClr>
          </a:solidFill>
          <a:prstDash val="solid"/>
          <a:miter lim="800000"/>
        </a:ln>
        <a:effectLst/>
      </dsp:spPr>
      <dsp:style>
        <a:lnRef idx="1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118325" tIns="165100" rIns="118325" bIns="165100" numCol="1" spcCol="1270" anchor="t" anchorCtr="0">
          <a:noAutofit/>
        </a:bodyPr>
        <a:lstStyle/>
        <a:p>
          <a:pPr marL="0" lvl="0" indent="0" algn="l" defTabSz="4889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100" kern="1200"/>
            <a:t>Predict future profit using Linear Regression </a:t>
          </a:r>
        </a:p>
      </dsp:txBody>
      <dsp:txXfrm>
        <a:off x="3333416" y="2444703"/>
        <a:ext cx="1500037" cy="1665593"/>
      </dsp:txXfrm>
    </dsp:sp>
    <dsp:sp modelId="{B85F7013-391D-45A2-A5EE-16314CEA8107}">
      <dsp:nvSpPr>
        <dsp:cNvPr id="0" name=""/>
        <dsp:cNvSpPr/>
      </dsp:nvSpPr>
      <dsp:spPr>
        <a:xfrm>
          <a:off x="5000124" y="1661323"/>
          <a:ext cx="750018" cy="72"/>
        </a:xfrm>
        <a:prstGeom prst="rect">
          <a:avLst/>
        </a:prstGeom>
        <a:solidFill>
          <a:schemeClr val="accent5">
            <a:tint val="40000"/>
            <a:alpha val="90000"/>
            <a:hueOff val="-9772908"/>
            <a:satOff val="2182"/>
            <a:lumOff val="328"/>
            <a:alphaOff val="0"/>
          </a:schemeClr>
        </a:solidFill>
        <a:ln w="12700" cap="flat" cmpd="sng" algn="ctr">
          <a:solidFill>
            <a:schemeClr val="accent5">
              <a:tint val="40000"/>
              <a:alpha val="90000"/>
              <a:hueOff val="-9772908"/>
              <a:satOff val="2182"/>
              <a:lumOff val="328"/>
              <a:alphaOff val="0"/>
            </a:schemeClr>
          </a:solidFill>
          <a:prstDash val="solid"/>
          <a:miter lim="800000"/>
        </a:ln>
        <a:effectLst/>
      </dsp:spPr>
      <dsp:style>
        <a:lnRef idx="1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</dsp:sp>
    <dsp:sp modelId="{AB81AFB0-95A8-4BB3-B8CC-C43411BA5F8E}">
      <dsp:nvSpPr>
        <dsp:cNvPr id="0" name=""/>
        <dsp:cNvSpPr/>
      </dsp:nvSpPr>
      <dsp:spPr>
        <a:xfrm>
          <a:off x="5432824" y="1344041"/>
          <a:ext cx="634637" cy="634637"/>
        </a:xfrm>
        <a:prstGeom prst="ellipse">
          <a:avLst/>
        </a:prstGeom>
        <a:gradFill rotWithShape="0">
          <a:gsLst>
            <a:gs pos="0">
              <a:schemeClr val="accent5">
                <a:hueOff val="-12152150"/>
                <a:satOff val="-826"/>
                <a:lumOff val="1961"/>
                <a:alphaOff val="0"/>
                <a:satMod val="103000"/>
                <a:lumMod val="102000"/>
                <a:tint val="94000"/>
              </a:schemeClr>
            </a:gs>
            <a:gs pos="50000">
              <a:schemeClr val="accent5">
                <a:hueOff val="-12152150"/>
                <a:satOff val="-826"/>
                <a:lumOff val="1961"/>
                <a:alphaOff val="0"/>
                <a:satMod val="110000"/>
                <a:lumMod val="100000"/>
                <a:shade val="100000"/>
              </a:schemeClr>
            </a:gs>
            <a:gs pos="100000">
              <a:schemeClr val="accent5">
                <a:hueOff val="-12152150"/>
                <a:satOff val="-826"/>
                <a:lumOff val="1961"/>
                <a:alphaOff val="0"/>
                <a:lumMod val="99000"/>
                <a:satMod val="120000"/>
                <a:shade val="78000"/>
              </a:schemeClr>
            </a:gs>
          </a:gsLst>
          <a:lin ang="5400000" scaled="0"/>
        </a:gradFill>
        <a:ln w="12700" cap="flat" cmpd="sng" algn="ctr">
          <a:solidFill>
            <a:schemeClr val="accent5">
              <a:hueOff val="-12152150"/>
              <a:satOff val="-826"/>
              <a:lumOff val="1961"/>
              <a:alphaOff val="0"/>
            </a:schemeClr>
          </a:solidFill>
          <a:prstDash val="solid"/>
          <a:miter lim="800000"/>
        </a:ln>
        <a:effectLst/>
      </dsp:spPr>
      <dsp:style>
        <a:lnRef idx="1">
          <a:scrgbClr r="0" g="0" b="0"/>
        </a:lnRef>
        <a:fillRef idx="3">
          <a:scrgbClr r="0" g="0" b="0"/>
        </a:fillRef>
        <a:effectRef idx="2">
          <a:scrgbClr r="0" g="0" b="0"/>
        </a:effectRef>
        <a:fontRef idx="minor">
          <a:schemeClr val="lt1"/>
        </a:fontRef>
      </dsp:style>
      <dsp:txBody>
        <a:bodyPr spcFirstLastPara="0" vert="horz" wrap="square" lIns="24627" tIns="24627" rIns="24627" bIns="24627" numCol="1" spcCol="1270" anchor="ctr" anchorCtr="0">
          <a:noAutofit/>
        </a:bodyPr>
        <a:lstStyle/>
        <a:p>
          <a:pPr marL="0" lvl="0" indent="0" algn="ctr" defTabSz="13335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3000" kern="1200"/>
            <a:t>4</a:t>
          </a:r>
        </a:p>
      </dsp:txBody>
      <dsp:txXfrm>
        <a:off x="5525764" y="1436981"/>
        <a:ext cx="448757" cy="448757"/>
      </dsp:txXfrm>
    </dsp:sp>
    <dsp:sp modelId="{EAD101F9-16DC-4C0D-A1C3-AFC7E5C9D1C9}">
      <dsp:nvSpPr>
        <dsp:cNvPr id="0" name=""/>
        <dsp:cNvSpPr/>
      </dsp:nvSpPr>
      <dsp:spPr>
        <a:xfrm>
          <a:off x="5000124" y="2144696"/>
          <a:ext cx="1500037" cy="1965600"/>
        </a:xfrm>
        <a:prstGeom prst="upArrowCallout">
          <a:avLst>
            <a:gd name="adj1" fmla="val 50000"/>
            <a:gd name="adj2" fmla="val 20000"/>
            <a:gd name="adj3" fmla="val 20000"/>
            <a:gd name="adj4" fmla="val 100000"/>
          </a:avLst>
        </a:prstGeom>
        <a:solidFill>
          <a:schemeClr val="accent5">
            <a:tint val="40000"/>
            <a:alpha val="90000"/>
            <a:hueOff val="-11944666"/>
            <a:satOff val="2667"/>
            <a:lumOff val="401"/>
            <a:alphaOff val="0"/>
          </a:schemeClr>
        </a:solidFill>
        <a:ln w="12700" cap="flat" cmpd="sng" algn="ctr">
          <a:solidFill>
            <a:schemeClr val="accent5">
              <a:tint val="40000"/>
              <a:alpha val="90000"/>
              <a:hueOff val="-11944666"/>
              <a:satOff val="2667"/>
              <a:lumOff val="401"/>
              <a:alphaOff val="0"/>
            </a:schemeClr>
          </a:solidFill>
          <a:prstDash val="solid"/>
          <a:miter lim="800000"/>
        </a:ln>
        <a:effectLst/>
      </dsp:spPr>
      <dsp:style>
        <a:lnRef idx="1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118325" tIns="165100" rIns="118325" bIns="165100" numCol="1" spcCol="1270" anchor="t" anchorCtr="0">
          <a:noAutofit/>
        </a:bodyPr>
        <a:lstStyle/>
        <a:p>
          <a:pPr marL="0" lvl="0" indent="0" algn="l" defTabSz="4889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100" kern="1200"/>
            <a:t>Create interactive dashboard using Power BI </a:t>
          </a:r>
        </a:p>
      </dsp:txBody>
      <dsp:txXfrm>
        <a:off x="5000124" y="2444703"/>
        <a:ext cx="1500037" cy="1665593"/>
      </dsp:txXfrm>
    </dsp:sp>
  </dsp:spTree>
</dsp:drawing>
</file>

<file path=ppt/diagrams/drawing2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  <dsp:sp modelId="{2387072A-F175-425C-AFC7-BFAE48DD1438}">
      <dsp:nvSpPr>
        <dsp:cNvPr id="0" name=""/>
        <dsp:cNvSpPr/>
      </dsp:nvSpPr>
      <dsp:spPr>
        <a:xfrm>
          <a:off x="3201" y="998291"/>
          <a:ext cx="2285879" cy="1451533"/>
        </a:xfrm>
        <a:prstGeom prst="roundRect">
          <a:avLst>
            <a:gd name="adj" fmla="val 10000"/>
          </a:avLst>
        </a:prstGeom>
        <a:solidFill>
          <a:schemeClr val="accent1">
            <a:hueOff val="0"/>
            <a:satOff val="0"/>
            <a:lumOff val="0"/>
            <a:alphaOff val="0"/>
          </a:schemeClr>
        </a:solidFill>
        <a:ln w="1905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0AB73002-F4D7-476B-8449-B704D48F74D2}">
      <dsp:nvSpPr>
        <dsp:cNvPr id="0" name=""/>
        <dsp:cNvSpPr/>
      </dsp:nvSpPr>
      <dsp:spPr>
        <a:xfrm>
          <a:off x="257188" y="1239579"/>
          <a:ext cx="2285879" cy="1451533"/>
        </a:xfrm>
        <a:prstGeom prst="roundRect">
          <a:avLst>
            <a:gd name="adj" fmla="val 10000"/>
          </a:avLst>
        </a:prstGeom>
        <a:solidFill>
          <a:schemeClr val="lt1">
            <a:alpha val="90000"/>
            <a:hueOff val="0"/>
            <a:satOff val="0"/>
            <a:lumOff val="0"/>
            <a:alphaOff val="0"/>
          </a:schemeClr>
        </a:solidFill>
        <a:ln w="19050" cap="flat" cmpd="sng" algn="ctr">
          <a:solidFill>
            <a:schemeClr val="accen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80010" tIns="80010" rIns="80010" bIns="80010" numCol="1" spcCol="1270" anchor="ctr" anchorCtr="0">
          <a:noAutofit/>
        </a:bodyPr>
        <a:lstStyle/>
        <a:p>
          <a:pPr marL="0" lvl="0" indent="0" algn="ctr" defTabSz="9334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2100" kern="1200"/>
            <a:t>Marketing Spend has positive relationship with profit </a:t>
          </a:r>
        </a:p>
      </dsp:txBody>
      <dsp:txXfrm>
        <a:off x="299702" y="1282093"/>
        <a:ext cx="2200851" cy="1366505"/>
      </dsp:txXfrm>
    </dsp:sp>
    <dsp:sp modelId="{DCBAC788-3DF0-42A1-9833-F73B388352D3}">
      <dsp:nvSpPr>
        <dsp:cNvPr id="0" name=""/>
        <dsp:cNvSpPr/>
      </dsp:nvSpPr>
      <dsp:spPr>
        <a:xfrm>
          <a:off x="2797054" y="998291"/>
          <a:ext cx="2285879" cy="1451533"/>
        </a:xfrm>
        <a:prstGeom prst="roundRect">
          <a:avLst>
            <a:gd name="adj" fmla="val 10000"/>
          </a:avLst>
        </a:prstGeom>
        <a:solidFill>
          <a:schemeClr val="accent1">
            <a:hueOff val="0"/>
            <a:satOff val="0"/>
            <a:lumOff val="0"/>
            <a:alphaOff val="0"/>
          </a:schemeClr>
        </a:solidFill>
        <a:ln w="1905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2FDC94A7-31C1-4129-844F-5B4665B57DB7}">
      <dsp:nvSpPr>
        <dsp:cNvPr id="0" name=""/>
        <dsp:cNvSpPr/>
      </dsp:nvSpPr>
      <dsp:spPr>
        <a:xfrm>
          <a:off x="3051041" y="1239579"/>
          <a:ext cx="2285879" cy="1451533"/>
        </a:xfrm>
        <a:prstGeom prst="roundRect">
          <a:avLst>
            <a:gd name="adj" fmla="val 10000"/>
          </a:avLst>
        </a:prstGeom>
        <a:solidFill>
          <a:schemeClr val="lt1">
            <a:alpha val="90000"/>
            <a:hueOff val="0"/>
            <a:satOff val="0"/>
            <a:lumOff val="0"/>
            <a:alphaOff val="0"/>
          </a:schemeClr>
        </a:solidFill>
        <a:ln w="19050" cap="flat" cmpd="sng" algn="ctr">
          <a:solidFill>
            <a:schemeClr val="accen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80010" tIns="80010" rIns="80010" bIns="80010" numCol="1" spcCol="1270" anchor="ctr" anchorCtr="0">
          <a:noAutofit/>
        </a:bodyPr>
        <a:lstStyle/>
        <a:p>
          <a:pPr marL="0" lvl="0" indent="0" algn="ctr" defTabSz="9334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2100" kern="1200"/>
            <a:t>R&amp;D Spend has strongest positive impact </a:t>
          </a:r>
        </a:p>
      </dsp:txBody>
      <dsp:txXfrm>
        <a:off x="3093555" y="1282093"/>
        <a:ext cx="2200851" cy="1366505"/>
      </dsp:txXfrm>
    </dsp:sp>
    <dsp:sp modelId="{D9681C7C-B0A1-4AF0-8C38-CADB8A7345B0}">
      <dsp:nvSpPr>
        <dsp:cNvPr id="0" name=""/>
        <dsp:cNvSpPr/>
      </dsp:nvSpPr>
      <dsp:spPr>
        <a:xfrm>
          <a:off x="5590907" y="998291"/>
          <a:ext cx="2285879" cy="1451533"/>
        </a:xfrm>
        <a:prstGeom prst="roundRect">
          <a:avLst>
            <a:gd name="adj" fmla="val 10000"/>
          </a:avLst>
        </a:prstGeom>
        <a:solidFill>
          <a:schemeClr val="accent1">
            <a:hueOff val="0"/>
            <a:satOff val="0"/>
            <a:lumOff val="0"/>
            <a:alphaOff val="0"/>
          </a:schemeClr>
        </a:solidFill>
        <a:ln w="1905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76A80F71-2D59-4EC9-B256-72077D763427}">
      <dsp:nvSpPr>
        <dsp:cNvPr id="0" name=""/>
        <dsp:cNvSpPr/>
      </dsp:nvSpPr>
      <dsp:spPr>
        <a:xfrm>
          <a:off x="5844894" y="1239579"/>
          <a:ext cx="2285879" cy="1451533"/>
        </a:xfrm>
        <a:prstGeom prst="roundRect">
          <a:avLst>
            <a:gd name="adj" fmla="val 10000"/>
          </a:avLst>
        </a:prstGeom>
        <a:solidFill>
          <a:schemeClr val="lt1">
            <a:alpha val="90000"/>
            <a:hueOff val="0"/>
            <a:satOff val="0"/>
            <a:lumOff val="0"/>
            <a:alphaOff val="0"/>
          </a:schemeClr>
        </a:solidFill>
        <a:ln w="19050" cap="flat" cmpd="sng" algn="ctr">
          <a:solidFill>
            <a:schemeClr val="accen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80010" tIns="80010" rIns="80010" bIns="80010" numCol="1" spcCol="1270" anchor="ctr" anchorCtr="0">
          <a:noAutofit/>
        </a:bodyPr>
        <a:lstStyle/>
        <a:p>
          <a:pPr marL="0" lvl="0" indent="0" algn="ctr" defTabSz="9334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2100" kern="1200"/>
            <a:t>Administration has moderate effect </a:t>
          </a:r>
        </a:p>
      </dsp:txBody>
      <dsp:txXfrm>
        <a:off x="5887408" y="1282093"/>
        <a:ext cx="2200851" cy="1366505"/>
      </dsp:txXfrm>
    </dsp:sp>
    <dsp:sp modelId="{EA653FD4-1405-4BCE-B8F0-6278FBC53C8D}">
      <dsp:nvSpPr>
        <dsp:cNvPr id="0" name=""/>
        <dsp:cNvSpPr/>
      </dsp:nvSpPr>
      <dsp:spPr>
        <a:xfrm>
          <a:off x="8384760" y="998291"/>
          <a:ext cx="2285879" cy="1451533"/>
        </a:xfrm>
        <a:prstGeom prst="roundRect">
          <a:avLst>
            <a:gd name="adj" fmla="val 10000"/>
          </a:avLst>
        </a:prstGeom>
        <a:solidFill>
          <a:schemeClr val="accent1">
            <a:hueOff val="0"/>
            <a:satOff val="0"/>
            <a:lumOff val="0"/>
            <a:alphaOff val="0"/>
          </a:schemeClr>
        </a:solidFill>
        <a:ln w="1905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5ED32371-E964-4405-BEA7-C7B3B1F7763E}">
      <dsp:nvSpPr>
        <dsp:cNvPr id="0" name=""/>
        <dsp:cNvSpPr/>
      </dsp:nvSpPr>
      <dsp:spPr>
        <a:xfrm>
          <a:off x="8638747" y="1239579"/>
          <a:ext cx="2285879" cy="1451533"/>
        </a:xfrm>
        <a:prstGeom prst="roundRect">
          <a:avLst>
            <a:gd name="adj" fmla="val 10000"/>
          </a:avLst>
        </a:prstGeom>
        <a:solidFill>
          <a:schemeClr val="lt1">
            <a:alpha val="90000"/>
            <a:hueOff val="0"/>
            <a:satOff val="0"/>
            <a:lumOff val="0"/>
            <a:alphaOff val="0"/>
          </a:schemeClr>
        </a:solidFill>
        <a:ln w="19050" cap="flat" cmpd="sng" algn="ctr">
          <a:solidFill>
            <a:schemeClr val="accen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80010" tIns="80010" rIns="80010" bIns="80010" numCol="1" spcCol="1270" anchor="ctr" anchorCtr="0">
          <a:noAutofit/>
        </a:bodyPr>
        <a:lstStyle/>
        <a:p>
          <a:pPr marL="0" lvl="0" indent="0" algn="ctr" defTabSz="9334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2100" kern="1200"/>
            <a:t>New York shows highest overall profit </a:t>
          </a:r>
        </a:p>
      </dsp:txBody>
      <dsp:txXfrm>
        <a:off x="8681261" y="1282093"/>
        <a:ext cx="2200851" cy="1366505"/>
      </dsp:txXfrm>
    </dsp:sp>
  </dsp:spTree>
</dsp:drawing>
</file>

<file path=ppt/diagrams/drawing3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  <dsp:sp modelId="{2A6D5D6A-99E4-4D3C-9D4F-44ED20230596}">
      <dsp:nvSpPr>
        <dsp:cNvPr id="0" name=""/>
        <dsp:cNvSpPr/>
      </dsp:nvSpPr>
      <dsp:spPr>
        <a:xfrm>
          <a:off x="752566" y="793641"/>
          <a:ext cx="1066720" cy="1066720"/>
        </a:xfrm>
        <a:prstGeom prst="rect">
          <a:avLst/>
        </a:prstGeom>
        <a:blipFill>
          <a:blip xmlns:r="http://schemas.openxmlformats.org/officeDocument/2006/relationships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1"/>
              </a:ext>
            </a:extLst>
          </a:blip>
          <a:stretch>
            <a:fillRect/>
          </a:stretch>
        </a:blipFill>
        <a:ln w="19050" cap="flat" cmpd="sng" algn="ctr">
          <a:noFill/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103A23A4-36D4-4AD6-BAA3-DF3408C232DC}">
      <dsp:nvSpPr>
        <dsp:cNvPr id="0" name=""/>
        <dsp:cNvSpPr/>
      </dsp:nvSpPr>
      <dsp:spPr>
        <a:xfrm>
          <a:off x="100682" y="2175763"/>
          <a:ext cx="2370489" cy="720000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0" tIns="0" rIns="0" bIns="0" numCol="1" spcCol="1270" anchor="t" anchorCtr="0">
          <a:noAutofit/>
        </a:bodyPr>
        <a:lstStyle/>
        <a:p>
          <a:pPr marL="0" lvl="0" indent="0" algn="ctr" defTabSz="8001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800" b="0" i="0" kern="1200" baseline="0"/>
            <a:t>Increase investment in R&amp;D activities </a:t>
          </a:r>
          <a:endParaRPr lang="en-US" sz="1800" kern="1200"/>
        </a:p>
      </dsp:txBody>
      <dsp:txXfrm>
        <a:off x="100682" y="2175763"/>
        <a:ext cx="2370489" cy="720000"/>
      </dsp:txXfrm>
    </dsp:sp>
    <dsp:sp modelId="{61A9441B-27CC-455B-AC41-53EE3FB5AF07}">
      <dsp:nvSpPr>
        <dsp:cNvPr id="0" name=""/>
        <dsp:cNvSpPr/>
      </dsp:nvSpPr>
      <dsp:spPr>
        <a:xfrm>
          <a:off x="3537891" y="793641"/>
          <a:ext cx="1066720" cy="1066720"/>
        </a:xfrm>
        <a:prstGeom prst="rect">
          <a:avLst/>
        </a:prstGeom>
        <a:blipFill>
          <a:blip xmlns:r="http://schemas.openxmlformats.org/officeDocument/2006/relationships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2"/>
              </a:ext>
            </a:extLst>
          </a:blip>
          <a:stretch>
            <a:fillRect/>
          </a:stretch>
        </a:blipFill>
        <a:ln w="19050" cap="flat" cmpd="sng" algn="ctr">
          <a:noFill/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3D6541DF-153F-46B3-B535-5F93E23917A8}">
      <dsp:nvSpPr>
        <dsp:cNvPr id="0" name=""/>
        <dsp:cNvSpPr/>
      </dsp:nvSpPr>
      <dsp:spPr>
        <a:xfrm>
          <a:off x="2886007" y="2175763"/>
          <a:ext cx="2370489" cy="720000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0" tIns="0" rIns="0" bIns="0" numCol="1" spcCol="1270" anchor="t" anchorCtr="0">
          <a:noAutofit/>
        </a:bodyPr>
        <a:lstStyle/>
        <a:p>
          <a:pPr marL="0" lvl="0" indent="0" algn="ctr" defTabSz="8001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800" b="0" i="0" kern="1200" baseline="0"/>
            <a:t>Maintain effective marketing strategies </a:t>
          </a:r>
          <a:endParaRPr lang="en-US" sz="1800" kern="1200"/>
        </a:p>
      </dsp:txBody>
      <dsp:txXfrm>
        <a:off x="2886007" y="2175763"/>
        <a:ext cx="2370489" cy="720000"/>
      </dsp:txXfrm>
    </dsp:sp>
    <dsp:sp modelId="{D7BFADA1-5312-4FD4-92A2-F7F13CE30557}">
      <dsp:nvSpPr>
        <dsp:cNvPr id="0" name=""/>
        <dsp:cNvSpPr/>
      </dsp:nvSpPr>
      <dsp:spPr>
        <a:xfrm>
          <a:off x="6323216" y="793641"/>
          <a:ext cx="1066720" cy="1066720"/>
        </a:xfrm>
        <a:prstGeom prst="rect">
          <a:avLst/>
        </a:prstGeom>
        <a:blipFill>
          <a:blip xmlns:r="http://schemas.openxmlformats.org/officeDocument/2006/relationships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a:blipFill>
        <a:ln w="19050" cap="flat" cmpd="sng" algn="ctr">
          <a:noFill/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459E26D5-72FF-4699-82E3-BBBF2705C1B3}">
      <dsp:nvSpPr>
        <dsp:cNvPr id="0" name=""/>
        <dsp:cNvSpPr/>
      </dsp:nvSpPr>
      <dsp:spPr>
        <a:xfrm>
          <a:off x="5671332" y="2175763"/>
          <a:ext cx="2370489" cy="720000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0" tIns="0" rIns="0" bIns="0" numCol="1" spcCol="1270" anchor="t" anchorCtr="0">
          <a:noAutofit/>
        </a:bodyPr>
        <a:lstStyle/>
        <a:p>
          <a:pPr marL="0" lvl="0" indent="0" algn="ctr" defTabSz="8001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800" b="0" i="0" kern="1200" baseline="0"/>
            <a:t>Optimize administrative expenses </a:t>
          </a:r>
          <a:endParaRPr lang="en-US" sz="1800" kern="1200"/>
        </a:p>
      </dsp:txBody>
      <dsp:txXfrm>
        <a:off x="5671332" y="2175763"/>
        <a:ext cx="2370489" cy="720000"/>
      </dsp:txXfrm>
    </dsp:sp>
    <dsp:sp modelId="{5F6BF89E-603D-47F7-8A62-A4F8EE401759}">
      <dsp:nvSpPr>
        <dsp:cNvPr id="0" name=""/>
        <dsp:cNvSpPr/>
      </dsp:nvSpPr>
      <dsp:spPr>
        <a:xfrm>
          <a:off x="9108541" y="793641"/>
          <a:ext cx="1066720" cy="1066720"/>
        </a:xfrm>
        <a:prstGeom prst="rect">
          <a:avLst/>
        </a:prstGeom>
        <a:blipFill>
          <a:blip xmlns:r="http://schemas.openxmlformats.org/officeDocument/2006/relationships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a:blipFill>
        <a:ln w="19050" cap="flat" cmpd="sng" algn="ctr">
          <a:noFill/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21FD3974-4F19-4700-8879-45B5C6BB44EA}">
      <dsp:nvSpPr>
        <dsp:cNvPr id="0" name=""/>
        <dsp:cNvSpPr/>
      </dsp:nvSpPr>
      <dsp:spPr>
        <a:xfrm>
          <a:off x="8456657" y="2175763"/>
          <a:ext cx="2370489" cy="720000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0" tIns="0" rIns="0" bIns="0" numCol="1" spcCol="1270" anchor="t" anchorCtr="0">
          <a:noAutofit/>
        </a:bodyPr>
        <a:lstStyle/>
        <a:p>
          <a:pPr marL="0" lvl="0" indent="0" algn="ctr" defTabSz="8001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800" b="0" i="0" kern="1200" baseline="0"/>
            <a:t>Use predictive analytics for future business planning </a:t>
          </a:r>
          <a:endParaRPr lang="en-US" sz="1800" kern="1200"/>
        </a:p>
      </dsp:txBody>
      <dsp:txXfrm>
        <a:off x="8456657" y="2175763"/>
        <a:ext cx="2370489" cy="720000"/>
      </dsp:txXfrm>
    </dsp:sp>
  </dsp:spTree>
</dsp:drawing>
</file>

<file path=ppt/diagrams/layout1.xml><?xml version="1.0" encoding="utf-8"?>
<dgm:layoutDef xmlns:dgm="http://schemas.openxmlformats.org/drawingml/2006/diagram" xmlns:a="http://schemas.openxmlformats.org/drawingml/2006/main" uniqueId="urn:microsoft.com/office/officeart/2016/7/layout/LinearArrowProcessNumbered">
  <dgm:title val="Linear Arrow Process Numbered"/>
  <dgm:desc val="Used to show a progression; a timeline; sequential steps in a task, process, or workflow; or to emphasize movement or direction. Automatic numbers have been introduced to show the steps of the process which appears in a circle. Level 1 and Level 2 text appear in a shape called UpArrowCallout. Also the nodes are connected by an arrow like shape emphasizing the process nature."/>
  <dgm:catLst>
    <dgm:cat type="process" pri="500"/>
  </dgm:catLst>
  <dgm:sampData>
    <dgm:dataModel>
      <dgm:ptLst>
        <dgm:pt modelId="0" type="doc"/>
        <dgm:pt modelId="1">
          <dgm:prSet phldr="1"/>
        </dgm:pt>
        <dgm:pt modelId="11">
          <dgm:prSet phldr="1"/>
        </dgm:pt>
        <dgm:pt modelId="2">
          <dgm:prSet phldr="1"/>
        </dgm:pt>
        <dgm:pt modelId="21">
          <dgm:prSet phldr="1"/>
        </dgm:pt>
        <dgm:pt modelId="3">
          <dgm:prSet phldr="1"/>
        </dgm:pt>
        <dgm:pt modelId="31">
          <dgm:prSet phldr="1"/>
        </dgm:pt>
        <dgm:pt modelId="101" type="sibTrans" cxnId="4">
          <dgm:prSet phldrT="1"/>
          <dgm:t>
            <a:bodyPr/>
            <a:lstStyle/>
            <a:p>
              <a:r>
                <a:t>1</a:t>
              </a:r>
            </a:p>
          </dgm:t>
        </dgm:pt>
        <dgm:pt modelId="201" type="sibTrans" cxnId="5">
          <dgm:prSet phldrT="2"/>
          <dgm:t>
            <a:bodyPr/>
            <a:lstStyle/>
            <a:p>
              <a:r>
                <a:t>2</a:t>
              </a:r>
            </a:p>
          </dgm:t>
        </dgm:pt>
        <dgm:pt modelId="301" type="sibTrans" cxnId="6">
          <dgm:prSet phldrT="3"/>
          <dgm:t>
            <a:bodyPr/>
            <a:lstStyle/>
            <a:p>
              <a:r>
                <a:t>3</a:t>
              </a:r>
            </a:p>
          </dgm:t>
        </dgm:pt>
      </dgm:ptLst>
      <dgm:cxnLst>
        <dgm:cxn modelId="4" srcId="0" destId="1" srcOrd="0" destOrd="0" sibTransId="101"/>
        <dgm:cxn modelId="5" srcId="0" destId="2" srcOrd="1" destOrd="0" sibTransId="201"/>
        <dgm:cxn modelId="6" srcId="0" destId="3" srcOrd="3" destOrd="0" sibTransId="301"/>
        <dgm:cxn modelId="13" srcId="1" destId="11" srcOrd="0" destOrd="0"/>
        <dgm:cxn modelId="23" srcId="2" destId="21" srcOrd="0" destOrd="0"/>
        <dgm:cxn modelId="33" srcId="3" destId="31" srcOrd="0" destOrd="0"/>
      </dgm:cxnLst>
      <dgm:bg/>
      <dgm:whole/>
    </dgm:dataModel>
  </dgm:sampData>
  <dgm:styleData>
    <dgm:dataModel>
      <dgm:ptLst>
        <dgm:pt modelId="0" type="doc"/>
        <dgm:pt modelId="1">
          <dgm:prSet phldr="1"/>
        </dgm:pt>
        <dgm:pt modelId="11">
          <dgm:prSet phldr="1"/>
        </dgm:pt>
        <dgm:pt modelId="2">
          <dgm:prSet phldr="1"/>
        </dgm:pt>
        <dgm:pt modelId="21">
          <dgm:prSet phldr="1"/>
        </dgm:pt>
      </dgm:ptLst>
      <dgm:cxnLst>
        <dgm:cxn modelId="4" srcId="0" destId="1" srcOrd="0" destOrd="0"/>
        <dgm:cxn modelId="5" srcId="0" destId="2" srcOrd="1" destOrd="0"/>
        <dgm:cxn modelId="13" srcId="1" destId="11" srcOrd="0" destOrd="0"/>
        <dgm:cxn modelId="23" srcId="2" destId="21" srcOrd="0" destOrd="0"/>
      </dgm:cxnLst>
      <dgm:bg/>
      <dgm:whole/>
    </dgm:dataModel>
  </dgm:styleData>
  <dgm:clrData>
    <dgm:dataModel>
      <dgm:ptLst>
        <dgm:pt modelId="0" type="doc"/>
        <dgm:pt modelId="1">
          <dgm:prSet phldr="1"/>
        </dgm:pt>
        <dgm:pt modelId="11">
          <dgm:prSet phldr="1"/>
        </dgm:pt>
        <dgm:pt modelId="2">
          <dgm:prSet phldr="1"/>
        </dgm:pt>
        <dgm:pt modelId="21">
          <dgm:prSet phldr="1"/>
        </dgm:pt>
        <dgm:pt modelId="3">
          <dgm:prSet phldr="1"/>
        </dgm:pt>
        <dgm:pt modelId="31">
          <dgm:prSet phldr="1"/>
        </dgm:pt>
        <dgm:pt modelId="4">
          <dgm:prSet phldr="1"/>
        </dgm:pt>
        <dgm:pt modelId="41">
          <dgm:prSet phldr="1"/>
        </dgm:pt>
      </dgm:ptLst>
      <dgm:cxnLst>
        <dgm:cxn modelId="5" srcId="0" destId="1" srcOrd="0" destOrd="0"/>
        <dgm:cxn modelId="6" srcId="0" destId="2" srcOrd="1" destOrd="0"/>
        <dgm:cxn modelId="7" srcId="0" destId="3" srcOrd="2" destOrd="0"/>
        <dgm:cxn modelId="8" srcId="0" destId="4" srcOrd="3" destOrd="0"/>
        <dgm:cxn modelId="13" srcId="1" destId="11" srcOrd="0" destOrd="0"/>
        <dgm:cxn modelId="23" srcId="2" destId="21" srcOrd="0" destOrd="0"/>
        <dgm:cxn modelId="33" srcId="3" destId="31" srcOrd="0" destOrd="0"/>
        <dgm:cxn modelId="43" srcId="4" destId="41" srcOrd="0" destOrd="0"/>
      </dgm:cxnLst>
      <dgm:bg/>
      <dgm:whole/>
    </dgm:dataModel>
  </dgm:clrData>
  <dgm:layoutNode name="linearFlow">
    <dgm:varLst>
      <dgm:dir/>
      <dgm:animLvl val="lvl"/>
      <dgm:resizeHandles val="exact"/>
    </dgm:varLst>
    <dgm:alg type="lin">
      <dgm:param type="linDir" val="fromL"/>
      <dgm:param type="nodeVertAlign" val="t"/>
    </dgm:alg>
    <dgm:shape xmlns:r="http://schemas.openxmlformats.org/officeDocument/2006/relationships" r:blip="">
      <dgm:adjLst/>
    </dgm:shape>
    <dgm:presOf/>
    <dgm:constrLst>
      <dgm:constr type="w" for="ch" forName="compositeNode" refType="w"/>
      <dgm:constr type="h" for="ch" forName="compositeNode" op="equ"/>
      <dgm:constr type="w" for="ch" forName="sibTransComposite" refType="w" refFor="ch" refForName="compositeNode" fact="0"/>
      <dgm:constr type="w" for="des" forName="parTx"/>
      <dgm:constr type="h" for="des" forName="parTx" op="equ"/>
      <dgm:constr type="h" for="des" forName="parSh" op="equ"/>
      <dgm:constr type="w" for="des" forName="nodeText"/>
      <dgm:constr type="h" for="des" forName="nodeText" op="equ"/>
      <dgm:constr type="w" for="des" forName="parSh"/>
      <dgm:constr type="w" for="des" forName="parSh" op="equ"/>
      <dgm:constr type="primFontSz" for="des" forName="parTx" val="26"/>
      <dgm:constr type="primFontSz" for="des" forName="parTx" op="equ"/>
      <dgm:constr type="primFontSz" for="des" forName="parSh" op="equ"/>
      <dgm:constr type="primFontSz" for="des" forName="nodeText" op="equ"/>
      <dgm:constr type="secFontSz" for="des" forName="nodeText" op="equ"/>
      <dgm:constr type="primFontSz" for="des" forName="sibTransNodeCircle" op="equ"/>
      <dgm:constr type="h" for="des" forName="sibTransNodeCircle" op="equ"/>
      <dgm:constr type="w" for="des" forName="sibTransNodeCircle" op="equ"/>
      <dgm:constr type="h" for="des" forName="parTx" refType="primFontSz" refFor="des" refForName="parTx" fact="1.5"/>
      <dgm:constr type="h" for="ch" forName="compositeNode" refType="h"/>
      <dgm:constr type="h" for="des" forName="parSh" refType="w"/>
      <dgm:constr type="h" for="des" forName="nodeText" refType="primFontSz" refFor="des" refForName="parTx" fact="2.1"/>
      <dgm:constr type="h" for="des" forName="parSh" refType="h" refFor="des" refForName="parTx" op="lte" fact="1.2"/>
      <dgm:constr type="h" for="des" forName="parSh" refType="h" refFor="des" refForName="parTx" op="gte" fact="1.2"/>
    </dgm:constrLst>
    <dgm:ruleLst>
      <dgm:rule type="primFontSz" for="des" forName="parSh" val="5" fact="NaN" max="NaN"/>
    </dgm:ruleLst>
    <dgm:forEach name="Name3" axis="ch" ptType="node">
      <dgm:layoutNode name="compositeNode">
        <dgm:alg type="composite"/>
        <dgm:shape xmlns:r="http://schemas.openxmlformats.org/officeDocument/2006/relationships" r:blip="">
          <dgm:adjLst/>
        </dgm:shape>
        <dgm:presOf/>
        <dgm:choose name="Name004">
          <dgm:if name="Name5" axis="self" ptType="node" func="cnt" op="equ" val="0">
            <dgm:constrLst>
              <dgm:constr type="w" for="ch" forName="parTx" refType="w"/>
              <dgm:constr type="w" for="ch" forName="parSh" refType="w" refFor="ch" refForName="parTx"/>
              <dgm:constr type="w" for="ch" forName="nodeText" refType="w" refFor="ch" refForName="parTx"/>
              <dgm:constr type="t" for="ch" forName="nodeText" refType="b" refFor="ch" refForName="parSh"/>
            </dgm:constrLst>
          </dgm:if>
          <dgm:else name="Name6">
            <dgm:constrLst>
              <dgm:constr type="w" for="ch" forName="parTx" refType="w"/>
              <dgm:constr type="w" for="ch" forName="parSh" refType="w" refFor="ch" refForName="parTx"/>
              <dgm:constr type="w" for="ch" forName="nodeText" refType="w" refFor="ch" refForName="parTx" fact="0.9"/>
              <dgm:constr type="t" for="ch" forName="nodeText" refType="b" refFor="ch" refForName="parSh"/>
            </dgm:constrLst>
          </dgm:else>
        </dgm:choose>
        <dgm:ruleLst>
          <dgm:rule type="h" val="INF" fact="NaN" max="NaN"/>
        </dgm:ruleLst>
        <dgm:layoutNode name="parTx">
          <dgm:varLst>
            <dgm:chMax val="0"/>
            <dgm:chPref val="0"/>
            <dgm:bulletEnabled val="1"/>
          </dgm:varLst>
          <dgm:alg type="tx"/>
          <dgm:shape xmlns:r="http://schemas.openxmlformats.org/officeDocument/2006/relationships" type="rect" r:blip="" zOrderOff="1" hideGeom="1">
            <dgm:adjLst/>
          </dgm:shape>
          <dgm:presOf/>
          <dgm:constrLst>
            <dgm:constr type="h" refType="w" op="lte" fact="0.4"/>
            <dgm:constr type="h"/>
          </dgm:constrLst>
          <dgm:ruleLst>
            <dgm:rule type="h" val="INF" fact="NaN" max="NaN"/>
          </dgm:ruleLst>
        </dgm:layoutNode>
        <dgm:layoutNode name="parSh">
          <dgm:alg type="composite"/>
          <dgm:shape xmlns:r="http://schemas.openxmlformats.org/officeDocument/2006/relationships" r:blip="">
            <dgm:adjLst/>
          </dgm:shape>
          <dgm:presOf axis="self" ptType="node"/>
          <dgm:choose name="casesForFirstAndLastNode">
            <dgm:if name="ifFirstNode" axis="self" ptType="node" func="pos" op="equ" val="1">
              <dgm:choose name="removeLineWhenOnlyOneNode">
                <dgm:if name="ifOnlyOneNode" axis="followSib" ptType="node" func="cnt" op="equ" val="0">
                  <dgm:constrLst>
                    <dgm:constr type="h"/>
                    <dgm:constr type="h" for="ch" forName="lineNode" val="0.002"/>
                    <dgm:constr type="w" for="ch" forName="lineNode" refType="w" fact="0"/>
                    <dgm:constr type="w" for="ch" forName="lineArrowNode" refType="w" fact="0"/>
                    <dgm:constr type="h" for="ch" forName="lineArrowNode" refType="h" fact="0"/>
                    <dgm:constr type="ctrY" for="ch" forName="lineNode" refType="ctrY" refFor="ch" refForName="sibTransNodeCircle"/>
                    <dgm:constr type="h" for="ch" forName="sibTransNodeCircle" refType="h" fact="0.9"/>
                    <dgm:constr type="w" for="ch" forName="sibTransNodeCircle" refType="h" refFor="ch" refForName="sibTransNodeCircle"/>
                    <dgm:constr type="ctrX" for="ch" forName="sibTransNodeCircle" refType="w" fact="0.45"/>
                    <dgm:constr type="ctrY" for="ch" forName="sibTransNodeCircle" refType="h" fact="0.25"/>
                    <dgm:constr type="t" for="ch" forName="spacerBetweenCircleAndCallout" refType="b" refFor="ch" refForName="sibTransNodeCircle"/>
                    <dgm:constr type="h" for="ch" forName="spacerBetweenCircleAndCallout" val="4.6"/>
                  </dgm:constrLst>
                </dgm:if>
                <dgm:else name="ifMoreThanOneNode">
                  <dgm:constrLst>
                    <dgm:constr type="h"/>
                    <dgm:constr type="h" for="ch" forName="lineNode" val="0.002"/>
                    <dgm:constr type="w" for="ch" forName="lineNode" refType="w" fact="0.4"/>
                    <dgm:constr type="l" for="ch" forName="lineNode" refType="w" fact="0.5"/>
                    <dgm:constr type="w" for="ch" forName="lineArrowNode" refType="w" fact="0.046"/>
                    <dgm:constr type="h" for="ch" forName="lineArrowNode" refType="h" fact="0.18"/>
                    <dgm:constr type="l" for="ch" forName="lineArrowNode" refType="w" fact="0.924"/>
                    <dgm:constr type="t" for="ch" forName="lineArrowNode" refType="h" fact="0.18"/>
                    <dgm:constr type="ctrY" for="ch" forName="lineNode" refType="ctrY" refFor="ch" refForName="sibTransNodeCircle"/>
                    <dgm:constr type="h" for="ch" forName="sibTransNodeCircle" refType="h" fact="0.9"/>
                    <dgm:constr type="w" for="ch" forName="sibTransNodeCircle" refType="h" refFor="ch" refForName="sibTransNodeCircle"/>
                    <dgm:constr type="ctrX" for="ch" forName="sibTransNodeCircle" refType="w" fact="0.45"/>
                    <dgm:constr type="ctrY" for="ch" forName="sibTransNodeCircle" refType="h" fact="0.25"/>
                    <dgm:constr type="t" for="ch" forName="spacerBetweenCircleAndCallout" refType="b" refFor="ch" refForName="sibTransNodeCircle"/>
                    <dgm:constr type="h" for="ch" forName="spacerBetweenCircleAndCallout" val="4.6"/>
                  </dgm:constrLst>
                </dgm:else>
              </dgm:choose>
            </dgm:if>
            <dgm:if name="ifLastNode" axis="self" ptType="node" func="revPos" op="equ" val="1">
              <dgm:constrLst>
                <dgm:constr type="h"/>
                <dgm:constr type="h" for="ch" forName="lineNode" val="0.002"/>
                <dgm:constr type="w" for="ch" forName="lineNode" refType="w" fact="0.45"/>
                <dgm:constr type="w" for="ch" forName="lineArrowNode" refType="w" fact="0"/>
                <dgm:constr type="h" for="ch" forName="lineArrowNode" refType="h" fact="0"/>
                <dgm:constr type="ctrY" for="ch" forName="lineNode" refType="ctrY" refFor="ch" refForName="sibTransNodeCircle"/>
                <dgm:constr type="h" for="ch" forName="sibTransNodeCircle" refType="h"/>
                <dgm:constr type="w" for="ch" forName="sibTransNodeCircle" refType="h" refFor="ch" refForName="sibTransNodeCircle"/>
                <dgm:constr type="ctrX" for="ch" forName="sibTransNodeCircle" refType="w" fact="0.45"/>
                <dgm:constr type="ctrY" for="ch" forName="sibTransNodeCircle" refType="h" fact="0.25"/>
                <dgm:constr type="t" for="ch" forName="spacerBetweenCircleAndCallout" refType="b" refFor="ch" refForName="sibTransNodeCircle"/>
                <dgm:constr type="h" for="ch" forName="spacerBetweenCircleAndCallout" val="4.6"/>
              </dgm:constrLst>
            </dgm:if>
            <dgm:else name="allOtherNodes">
              <dgm:constrLst>
                <dgm:constr type="h"/>
                <dgm:constr type="h" for="ch" forName="lineNode" val="0.002"/>
                <dgm:constr type="w" for="ch" forName="lineNode" refType="w" fact="0.9"/>
                <dgm:constr type="w" for="ch" forName="lineArrowNode" refType="w" fact="0.046"/>
                <dgm:constr type="h" for="ch" forName="lineArrowNode" refType="h" fact="0.18"/>
                <dgm:constr type="l" for="ch" forName="lineArrowNode" refType="w" fact="0.924"/>
                <dgm:constr type="t" for="ch" forName="lineArrowNode" refType="h" fact="0.18"/>
                <dgm:constr type="ctrY" for="ch" forName="lineNode" refType="ctrY" refFor="ch" refForName="sibTransNodeCircle"/>
                <dgm:constr type="h" for="ch" forName="sibTransNodeCircle" refType="h" fact="0.9"/>
                <dgm:constr type="w" for="ch" forName="sibTransNodeCircle" refType="h" refFor="ch" refForName="sibTransNodeCircle"/>
                <dgm:constr type="ctrX" for="ch" forName="sibTransNodeCircle" refType="w" fact="0.45"/>
                <dgm:constr type="ctrY" for="ch" forName="sibTransNodeCircle" refType="h" fact="0.25"/>
                <dgm:constr type="t" for="ch" forName="spacerBetweenCircleAndCallout" refType="b" refFor="ch" refForName="sibTransNodeCircle"/>
                <dgm:constr type="h" for="ch" forName="spacerBetweenCircleAndCallout" val="4.6"/>
              </dgm:constrLst>
            </dgm:else>
          </dgm:choose>
          <dgm:layoutNode name="lineNode" styleLbl="alignAccFollowNode1">
            <dgm:alg type="sp"/>
            <dgm:shape xmlns:r="http://schemas.openxmlformats.org/officeDocument/2006/relationships" type="rect" r:blip="">
              <dgm:adjLst/>
            </dgm:shape>
            <dgm:presOf/>
            <dgm:constrLst/>
            <dgm:ruleLst/>
          </dgm:layoutNode>
          <dgm:layoutNode name="lineArrowNode" styleLbl="alignAccFollowNode1">
            <dgm:alg type="sp"/>
            <dgm:shape xmlns:r="http://schemas.openxmlformats.org/officeDocument/2006/relationships" type="chevron" r:blip="">
              <dgm:adjLst>
                <dgm:adj idx="1" val="0.9"/>
              </dgm:adjLst>
            </dgm:shape>
            <dgm:presOf/>
            <dgm:ruleLst/>
          </dgm:layoutNode>
          <dgm:forEach name="Name19" axis="followSib" ptType="sibTrans" hideLastTrans="0" cnt="1">
            <dgm:layoutNode name="sibTransNodeCircle" styleLbl="alignNode1">
              <dgm:varLst>
                <dgm:chMax val="0"/>
                <dgm:bulletEnabled/>
              </dgm:varLst>
              <dgm:presOf axis="self" ptType="sibTrans"/>
              <dgm:alg type="tx">
                <dgm:param type="txAnchorVert" val="mid"/>
                <dgm:param type="txAnchorHorzCh" val="ctr"/>
                <dgm:param type="parTxRTLAlign" val="l"/>
              </dgm:alg>
              <dgm:shape xmlns:r="http://schemas.openxmlformats.org/officeDocument/2006/relationships" type="ellipse" r:blip="">
                <dgm:adjLst/>
              </dgm:shape>
              <dgm:constrLst>
                <dgm:constr type="w" refType="h" op="equ"/>
                <dgm:constr type="primFontSz" val="60"/>
                <dgm:constr type="tMarg" refType="w" fact="0.11"/>
                <dgm:constr type="lMarg" refType="w" fact="0.11"/>
                <dgm:constr type="rMarg" refType="w" fact="0.11"/>
                <dgm:constr type="bMarg" refType="w" fact="0.11"/>
              </dgm:constrLst>
              <dgm:ruleLst>
                <dgm:rule type="primFontSz" val="14" fact="NaN" max="NaN"/>
              </dgm:ruleLst>
            </dgm:layoutNode>
            <dgm:layoutNode name="spacerBetweenCircleAndCallout">
              <dgm:varLst/>
              <dgm:presOf/>
              <dgm:alg type="sp"/>
              <dgm:shape xmlns:r="http://schemas.openxmlformats.org/officeDocument/2006/relationships" r:blip="">
                <dgm:adjLst/>
              </dgm:shape>
              <dgm:constrLst/>
              <dgm:ruleLst/>
            </dgm:layoutNode>
          </dgm:forEach>
          <dgm:presOf/>
          <dgm:ruleLst/>
        </dgm:layoutNode>
        <dgm:layoutNode name="nodeText" styleLbl="alignAccFollowNode1">
          <dgm:varLst>
            <dgm:bulletEnabled val="1"/>
          </dgm:varLst>
          <dgm:alg type="tx">
            <dgm:param type="parTxLTRAlign" val="l"/>
            <dgm:param type="parTxRTLAlign" val="r"/>
            <dgm:param type="txAnchorVert" val="t"/>
          </dgm:alg>
          <dgm:shape xmlns:r="http://schemas.openxmlformats.org/officeDocument/2006/relationships" type="upArrowCallout" r:blip="">
            <dgm:adjLst>
              <dgm:adj idx="1" val="0.5"/>
              <dgm:adj idx="2" val="0.2"/>
              <dgm:adj idx="3" val="0.2"/>
              <dgm:adj idx="4" val="1"/>
            </dgm:adjLst>
          </dgm:shape>
          <dgm:presOf axis="desOrSelf" ptType="node"/>
          <dgm:constrLst>
            <dgm:constr type="secFontSz" val="16"/>
            <dgm:constr type="primFontSz" val="26"/>
            <dgm:constr type="h"/>
            <dgm:constr type="tMarg" val="13"/>
            <dgm:constr type="lMarg" refType="w" fact="0.2236"/>
            <dgm:constr type="rMarg" refType="w" fact="0.2236"/>
            <dgm:constr type="bMarg" val="13"/>
          </dgm:constrLst>
          <dgm:ruleLst>
            <dgm:rule type="secFontSz" val="11" fact="NaN" max="NaN"/>
            <dgm:rule type="primFontSz" val="11" fact="NaN" max="NaN"/>
            <dgm:rule type="h" val="INF" fact="NaN" max="NaN"/>
          </dgm:ruleLst>
        </dgm:layoutNode>
      </dgm:layoutNode>
      <dgm:forEach name="sibTransForEach" axis="followSib" ptType="sibTrans" cnt="1">
        <dgm:layoutNode name="sibTransComposite" styleLbl="alignAccFollowNode1">
          <dgm:alg type="sp"/>
          <dgm:shape xmlns:r="http://schemas.openxmlformats.org/officeDocument/2006/relationships" r:blip="">
            <dgm:adjLst/>
          </dgm:shape>
          <dgm:ruleLst/>
        </dgm:layoutNode>
        <dgm:ruleLst>
          <dgm:rule type="h" val="INF" fact="NaN" max="NaN"/>
        </dgm:ruleLst>
      </dgm:forEach>
    </dgm:forEach>
  </dgm:layoutNode>
  <dgm:extLst>
    <a:ext uri="{4F341089-5ED1-44EC-B178-C955D00A3D55}">
      <dgm1611:autoBuNodeInfoLst xmlns:dgm1611="http://schemas.microsoft.com/office/drawing/2016/11/diagram">
        <dgm1611:autoBuNodeInfo lvl="1" ptType="sibTrans">
          <dgm1611:buPr prefix="" leadZeros="0">
            <a:buAutoNum type="arabicParenBoth"/>
          </dgm1611:buPr>
        </dgm1611:autoBuNodeInfo>
      </dgm1611:autoBuNodeInfoLst>
    </a:ext>
  </dgm:extLst>
</dgm:layoutDef>
</file>

<file path=ppt/diagrams/layout2.xml><?xml version="1.0" encoding="utf-8"?>
<dgm:layoutDef xmlns:dgm="http://schemas.openxmlformats.org/drawingml/2006/diagram" xmlns:a="http://schemas.openxmlformats.org/drawingml/2006/main" uniqueId="urn:microsoft.com/office/officeart/2005/8/layout/hierarchy1">
  <dgm:title val=""/>
  <dgm:desc val=""/>
  <dgm:catLst>
    <dgm:cat type="hierarchy" pri="2000"/>
  </dgm:catLst>
  <dgm:sampData>
    <dgm:dataModel>
      <dgm:ptLst>
        <dgm:pt modelId="0" type="doc"/>
        <dgm:pt modelId="1">
          <dgm:prSet phldr="1"/>
        </dgm:pt>
        <dgm:pt modelId="2">
          <dgm:prSet phldr="1"/>
        </dgm:pt>
        <dgm:pt modelId="21">
          <dgm:prSet phldr="1"/>
        </dgm:pt>
        <dgm:pt modelId="22">
          <dgm:prSet phldr="1"/>
        </dgm:pt>
        <dgm:pt modelId="3">
          <dgm:prSet phldr="1"/>
        </dgm:pt>
        <dgm:pt modelId="31">
          <dgm:prSet phldr="1"/>
        </dgm:pt>
      </dgm:ptLst>
      <dgm:cxnLst>
        <dgm:cxn modelId="4" srcId="0" destId="1" srcOrd="0" destOrd="0"/>
        <dgm:cxn modelId="5" srcId="1" destId="2" srcOrd="0" destOrd="0"/>
        <dgm:cxn modelId="6" srcId="1" destId="3" srcOrd="1" destOrd="0"/>
        <dgm:cxn modelId="23" srcId="2" destId="21" srcOrd="0" destOrd="0"/>
        <dgm:cxn modelId="24" srcId="2" destId="22" srcOrd="1" destOrd="0"/>
        <dgm:cxn modelId="33" srcId="3" destId="31" srcOrd="0" destOrd="0"/>
      </dgm:cxnLst>
      <dgm:bg/>
      <dgm:whole/>
    </dgm:dataModel>
  </dgm:sampData>
  <dgm:styleData>
    <dgm:dataModel>
      <dgm:ptLst>
        <dgm:pt modelId="0" type="doc"/>
        <dgm:pt modelId="1"/>
        <dgm:pt modelId="11"/>
        <dgm:pt modelId="12"/>
      </dgm:ptLst>
      <dgm:cxnLst>
        <dgm:cxn modelId="2" srcId="0" destId="1" srcOrd="0" destOrd="0"/>
        <dgm:cxn modelId="13" srcId="1" destId="11" srcOrd="0" destOrd="0"/>
        <dgm:cxn modelId="14" srcId="1" destId="12" srcOrd="1" destOrd="0"/>
      </dgm:cxnLst>
      <dgm:bg/>
      <dgm:whole/>
    </dgm:dataModel>
  </dgm:styleData>
  <dgm:clrData>
    <dgm:dataModel>
      <dgm:ptLst>
        <dgm:pt modelId="0" type="doc"/>
        <dgm:pt modelId="1"/>
        <dgm:pt modelId="2"/>
        <dgm:pt modelId="21"/>
        <dgm:pt modelId="211"/>
        <dgm:pt modelId="3"/>
        <dgm:pt modelId="31"/>
        <dgm:pt modelId="311"/>
      </dgm:ptLst>
      <dgm:cxnLst>
        <dgm:cxn modelId="4" srcId="0" destId="1" srcOrd="0" destOrd="0"/>
        <dgm:cxn modelId="5" srcId="1" destId="2" srcOrd="0" destOrd="0"/>
        <dgm:cxn modelId="6" srcId="1" destId="3" srcOrd="1" destOrd="0"/>
        <dgm:cxn modelId="23" srcId="2" destId="21" srcOrd="0" destOrd="0"/>
        <dgm:cxn modelId="24" srcId="21" destId="211" srcOrd="0" destOrd="0"/>
        <dgm:cxn modelId="33" srcId="3" destId="31" srcOrd="0" destOrd="0"/>
        <dgm:cxn modelId="34" srcId="31" destId="311" srcOrd="0" destOrd="0"/>
      </dgm:cxnLst>
      <dgm:bg/>
      <dgm:whole/>
    </dgm:dataModel>
  </dgm:clrData>
  <dgm:layoutNode name="hierChild1">
    <dgm:varLst>
      <dgm:chPref val="1"/>
      <dgm:dir/>
      <dgm:animOne val="branch"/>
      <dgm:animLvl val="lvl"/>
      <dgm:resizeHandles/>
    </dgm:varLst>
    <dgm:choose name="Name0">
      <dgm:if name="Name1" func="var" arg="dir" op="equ" val="norm">
        <dgm:alg type="hierChild">
          <dgm:param type="linDir" val="fromL"/>
        </dgm:alg>
      </dgm:if>
      <dgm:else name="Name2">
        <dgm:alg type="hierChild">
          <dgm:param type="linDir" val="fromR"/>
        </dgm:alg>
      </dgm:else>
    </dgm:choose>
    <dgm:shape xmlns:r="http://schemas.openxmlformats.org/officeDocument/2006/relationships" r:blip="">
      <dgm:adjLst/>
    </dgm:shape>
    <dgm:presOf/>
    <dgm:constrLst>
      <dgm:constr type="primFontSz" for="des" ptType="node" op="equ" val="65"/>
      <dgm:constr type="w" for="des" forName="composite" refType="w"/>
      <dgm:constr type="h" for="des" forName="composite" refType="w" refFor="des" refForName="composite" fact="0.667"/>
      <dgm:constr type="w" for="des" forName="composite2" refType="w" refFor="des" refForName="composite"/>
      <dgm:constr type="h" for="des" forName="composite2" refType="h" refFor="des" refForName="composite"/>
      <dgm:constr type="w" for="des" forName="composite3" refType="w" refFor="des" refForName="composite"/>
      <dgm:constr type="h" for="des" forName="composite3" refType="h" refFor="des" refForName="composite"/>
      <dgm:constr type="w" for="des" forName="composite4" refType="w" refFor="des" refForName="composite"/>
      <dgm:constr type="h" for="des" forName="composite4" refType="h" refFor="des" refForName="composite"/>
      <dgm:constr type="w" for="des" forName="composite5" refType="w" refFor="des" refForName="composite"/>
      <dgm:constr type="h" for="des" forName="composite5" refType="h" refFor="des" refForName="composite"/>
      <dgm:constr type="sibSp" refType="w" refFor="des" refForName="composite" fact="0.1"/>
      <dgm:constr type="sibSp" for="des" forName="hierChild2" refType="sibSp"/>
      <dgm:constr type="sibSp" for="des" forName="hierChild3" refType="sibSp"/>
      <dgm:constr type="sibSp" for="des" forName="hierChild4" refType="sibSp"/>
      <dgm:constr type="sibSp" for="des" forName="hierChild5" refType="sibSp"/>
      <dgm:constr type="sibSp" for="des" forName="hierChild6" refType="sibSp"/>
      <dgm:constr type="sp" for="des" forName="hierRoot1" refType="h" refFor="des" refForName="composite" fact="0.25"/>
      <dgm:constr type="sp" for="des" forName="hierRoot2" refType="sp" refFor="des" refForName="hierRoot1"/>
      <dgm:constr type="sp" for="des" forName="hierRoot3" refType="sp" refFor="des" refForName="hierRoot1"/>
      <dgm:constr type="sp" for="des" forName="hierRoot4" refType="sp" refFor="des" refForName="hierRoot1"/>
      <dgm:constr type="sp" for="des" forName="hierRoot5" refType="sp" refFor="des" refForName="hierRoot1"/>
    </dgm:constrLst>
    <dgm:ruleLst/>
    <dgm:forEach name="Name3" axis="ch">
      <dgm:forEach name="Name4" axis="self" ptType="node">
        <dgm:layoutNode name="hierRoot1">
          <dgm:alg type="hierRoot"/>
          <dgm:shape xmlns:r="http://schemas.openxmlformats.org/officeDocument/2006/relationships" r:blip="">
            <dgm:adjLst/>
          </dgm:shape>
          <dgm:presOf/>
          <dgm:constrLst>
            <dgm:constr type="bendDist" for="des" ptType="parTrans" refType="sp" fact="0.5"/>
          </dgm:constrLst>
          <dgm:ruleLst/>
          <dgm:layoutNode name="composite">
            <dgm:alg type="composite"/>
            <dgm:shape xmlns:r="http://schemas.openxmlformats.org/officeDocument/2006/relationships" r:blip="">
              <dgm:adjLst/>
            </dgm:shape>
            <dgm:presOf/>
            <dgm:constrLst>
              <dgm:constr type="w" for="ch" forName="background" refType="w" fact="0.9"/>
              <dgm:constr type="h" for="ch" forName="background" refType="w" refFor="ch" refForName="background" fact="0.635"/>
              <dgm:constr type="t" for="ch" forName="background"/>
              <dgm:constr type="l" for="ch" forName="background"/>
              <dgm:constr type="w" for="ch" forName="text" refType="w" fact="0.9"/>
              <dgm:constr type="h" for="ch" forName="text" refType="w" refFor="ch" refForName="text" fact="0.635"/>
              <dgm:constr type="t" for="ch" forName="text" refType="w" fact="0.095"/>
              <dgm:constr type="l" for="ch" forName="text" refType="w" fact="0.1"/>
            </dgm:constrLst>
            <dgm:ruleLst/>
            <dgm:layoutNode name="background" styleLbl="node0" moveWith="text">
              <dgm:alg type="sp"/>
              <dgm:shape xmlns:r="http://schemas.openxmlformats.org/officeDocument/2006/relationships" type="roundRect" r:blip="">
                <dgm:adjLst>
                  <dgm:adj idx="1" val="0.1"/>
                </dgm:adjLst>
              </dgm:shape>
              <dgm:presOf/>
              <dgm:constrLst/>
              <dgm:ruleLst/>
            </dgm:layoutNode>
            <dgm:layoutNode name="text" styleLbl="fgAcc0">
              <dgm:varLst>
                <dgm:chPref val="3"/>
              </dgm:varLst>
              <dgm:alg type="tx"/>
              <dgm:shape xmlns:r="http://schemas.openxmlformats.org/officeDocument/2006/relationships" type="roundRect" r:blip="">
                <dgm:adjLst>
                  <dgm:adj idx="1" val="0.1"/>
                </dgm:adjLst>
              </dgm:shape>
              <dgm:presOf axis="self"/>
              <dgm:constrLst>
                <dgm:constr type="tMarg" refType="primFontSz" fact="0.3"/>
                <dgm:constr type="bMarg" refType="primFontSz" fact="0.3"/>
                <dgm:constr type="lMarg" refType="primFontSz" fact="0.3"/>
                <dgm:constr type="rMarg" refType="primFontSz" fact="0.3"/>
              </dgm:constrLst>
              <dgm:ruleLst>
                <dgm:rule type="primFontSz" val="5" fact="NaN" max="NaN"/>
              </dgm:ruleLst>
            </dgm:layoutNode>
          </dgm:layoutNode>
          <dgm:layoutNode name="hierChild2">
            <dgm:choose name="Name5">
              <dgm:if name="Name6" func="var" arg="dir" op="equ" val="norm">
                <dgm:alg type="hierChild">
                  <dgm:param type="linDir" val="fromL"/>
                </dgm:alg>
              </dgm:if>
              <dgm:else name="Name7">
                <dgm:alg type="hierChild">
                  <dgm:param type="linDir" val="fromR"/>
                </dgm:alg>
              </dgm:else>
            </dgm:choose>
            <dgm:shape xmlns:r="http://schemas.openxmlformats.org/officeDocument/2006/relationships" r:blip="">
              <dgm:adjLst/>
            </dgm:shape>
            <dgm:presOf/>
            <dgm:constrLst/>
            <dgm:ruleLst/>
            <dgm:forEach name="Name8" axis="ch">
              <dgm:forEach name="Name9" axis="self" ptType="parTrans" cnt="1">
                <dgm:layoutNode name="Name10">
                  <dgm:alg type="conn">
                    <dgm:param type="dim" val="1D"/>
                    <dgm:param type="endSty" val="noArr"/>
                    <dgm:param type="connRout" val="bend"/>
                    <dgm:param type="bendPt" val="end"/>
                    <dgm:param type="begPts" val="bCtr"/>
                    <dgm:param type="endPts" val="tCtr"/>
                    <dgm:param type="srcNode" val="background"/>
                    <dgm:param type="dstNode" val="background2"/>
                  </dgm:alg>
                  <dgm:shape xmlns:r="http://schemas.openxmlformats.org/officeDocument/2006/relationships" type="conn" r:blip="" zOrderOff="-999">
                    <dgm:adjLst/>
                  </dgm:shape>
                  <dgm:presOf axis="self"/>
                  <dgm:constrLst>
                    <dgm:constr type="begPad"/>
                    <dgm:constr type="endPad"/>
                  </dgm:constrLst>
                  <dgm:ruleLst/>
                </dgm:layoutNode>
              </dgm:forEach>
              <dgm:forEach name="Name11" axis="self" ptType="node">
                <dgm:layoutNode name="hierRoot2">
                  <dgm:alg type="hierRoot"/>
                  <dgm:shape xmlns:r="http://schemas.openxmlformats.org/officeDocument/2006/relationships" r:blip="">
                    <dgm:adjLst/>
                  </dgm:shape>
                  <dgm:presOf/>
                  <dgm:constrLst>
                    <dgm:constr type="bendDist" for="des" ptType="parTrans" refType="sp" fact="0.5"/>
                  </dgm:constrLst>
                  <dgm:ruleLst/>
                  <dgm:layoutNode name="composite2">
                    <dgm:alg type="composite"/>
                    <dgm:shape xmlns:r="http://schemas.openxmlformats.org/officeDocument/2006/relationships" r:blip="">
                      <dgm:adjLst/>
                    </dgm:shape>
                    <dgm:presOf/>
                    <dgm:constrLst>
                      <dgm:constr type="w" for="ch" forName="background2" refType="w" fact="0.9"/>
                      <dgm:constr type="h" for="ch" forName="background2" refType="w" refFor="ch" refForName="background2" fact="0.635"/>
                      <dgm:constr type="t" for="ch" forName="background2"/>
                      <dgm:constr type="l" for="ch" forName="background2"/>
                      <dgm:constr type="w" for="ch" forName="text2" refType="w" fact="0.9"/>
                      <dgm:constr type="h" for="ch" forName="text2" refType="w" refFor="ch" refForName="text2" fact="0.635"/>
                      <dgm:constr type="t" for="ch" forName="text2" refType="w" fact="0.095"/>
                      <dgm:constr type="l" for="ch" forName="text2" refType="w" fact="0.1"/>
                    </dgm:constrLst>
                    <dgm:ruleLst/>
                    <dgm:layoutNode name="background2" moveWith="text2">
                      <dgm:alg type="sp"/>
                      <dgm:shape xmlns:r="http://schemas.openxmlformats.org/officeDocument/2006/relationships" type="roundRect" r:blip="">
                        <dgm:adjLst>
                          <dgm:adj idx="1" val="0.1"/>
                        </dgm:adjLst>
                      </dgm:shape>
                      <dgm:presOf/>
                      <dgm:constrLst/>
                      <dgm:ruleLst/>
                    </dgm:layoutNode>
                    <dgm:layoutNode name="text2" styleLbl="fgAcc2">
                      <dgm:varLst>
                        <dgm:chPref val="3"/>
                      </dgm:varLst>
                      <dgm:alg type="tx"/>
                      <dgm:shape xmlns:r="http://schemas.openxmlformats.org/officeDocument/2006/relationships" type="roundRect" r:blip="">
                        <dgm:adjLst>
                          <dgm:adj idx="1" val="0.1"/>
                        </dgm:adjLst>
                      </dgm:shape>
                      <dgm:presOf axis="self"/>
                      <dgm:constrLst>
                        <dgm:constr type="tMarg" refType="primFontSz" fact="0.3"/>
                        <dgm:constr type="bMarg" refType="primFontSz" fact="0.3"/>
                        <dgm:constr type="lMarg" refType="primFontSz" fact="0.3"/>
                        <dgm:constr type="rMarg" refType="primFontSz" fact="0.3"/>
                      </dgm:constrLst>
                      <dgm:ruleLst>
                        <dgm:rule type="primFontSz" val="5" fact="NaN" max="NaN"/>
                      </dgm:ruleLst>
                    </dgm:layoutNode>
                  </dgm:layoutNode>
                  <dgm:layoutNode name="hierChild3">
                    <dgm:choose name="Name12">
                      <dgm:if name="Name13" func="var" arg="dir" op="equ" val="norm">
                        <dgm:alg type="hierChild">
                          <dgm:param type="linDir" val="fromL"/>
                        </dgm:alg>
                      </dgm:if>
                      <dgm:else name="Name14">
                        <dgm:alg type="hierChild">
                          <dgm:param type="linDir" val="fromR"/>
                        </dgm:alg>
                      </dgm:else>
                    </dgm:choose>
                    <dgm:shape xmlns:r="http://schemas.openxmlformats.org/officeDocument/2006/relationships" r:blip="">
                      <dgm:adjLst/>
                    </dgm:shape>
                    <dgm:presOf/>
                    <dgm:constrLst/>
                    <dgm:ruleLst/>
                    <dgm:forEach name="Name15" axis="ch">
                      <dgm:forEach name="Name16" axis="self" ptType="parTrans" cnt="1">
                        <dgm:layoutNode name="Name17">
                          <dgm:alg type="conn">
                            <dgm:param type="dim" val="1D"/>
                            <dgm:param type="endSty" val="noArr"/>
                            <dgm:param type="connRout" val="bend"/>
                            <dgm:param type="bendPt" val="end"/>
                            <dgm:param type="begPts" val="bCtr"/>
                            <dgm:param type="endPts" val="tCtr"/>
                            <dgm:param type="srcNode" val="background2"/>
                            <dgm:param type="dstNode" val="background3"/>
                          </dgm:alg>
                          <dgm:shape xmlns:r="http://schemas.openxmlformats.org/officeDocument/2006/relationships" type="conn" r:blip="" zOrderOff="-999">
                            <dgm:adjLst/>
                          </dgm:shape>
                          <dgm:presOf axis="self"/>
                          <dgm:constrLst>
                            <dgm:constr type="begPad"/>
                            <dgm:constr type="endPad"/>
                          </dgm:constrLst>
                          <dgm:ruleLst/>
                        </dgm:layoutNode>
                      </dgm:forEach>
                      <dgm:forEach name="Name18" axis="self" ptType="node">
                        <dgm:layoutNode name="hierRoot3">
                          <dgm:alg type="hierRoot"/>
                          <dgm:shape xmlns:r="http://schemas.openxmlformats.org/officeDocument/2006/relationships" r:blip="">
                            <dgm:adjLst/>
                          </dgm:shape>
                          <dgm:presOf/>
                          <dgm:constrLst>
                            <dgm:constr type="bendDist" for="des" ptType="parTrans" refType="sp" fact="0.5"/>
                          </dgm:constrLst>
                          <dgm:ruleLst/>
                          <dgm:layoutNode name="composite3">
                            <dgm:alg type="composite"/>
                            <dgm:shape xmlns:r="http://schemas.openxmlformats.org/officeDocument/2006/relationships" r:blip="">
                              <dgm:adjLst/>
                            </dgm:shape>
                            <dgm:presOf/>
                            <dgm:constrLst>
                              <dgm:constr type="w" for="ch" forName="background3" refType="w" fact="0.9"/>
                              <dgm:constr type="h" for="ch" forName="background3" refType="w" refFor="ch" refForName="background3" fact="0.635"/>
                              <dgm:constr type="t" for="ch" forName="background3"/>
                              <dgm:constr type="l" for="ch" forName="background3"/>
                              <dgm:constr type="w" for="ch" forName="text3" refType="w" fact="0.9"/>
                              <dgm:constr type="h" for="ch" forName="text3" refType="w" refFor="ch" refForName="text3" fact="0.635"/>
                              <dgm:constr type="t" for="ch" forName="text3" refType="w" fact="0.095"/>
                              <dgm:constr type="l" for="ch" forName="text3" refType="w" fact="0.1"/>
                            </dgm:constrLst>
                            <dgm:ruleLst/>
                            <dgm:layoutNode name="background3" moveWith="text3">
                              <dgm:alg type="sp"/>
                              <dgm:shape xmlns:r="http://schemas.openxmlformats.org/officeDocument/2006/relationships" type="roundRect" r:blip="">
                                <dgm:adjLst>
                                  <dgm:adj idx="1" val="0.1"/>
                                </dgm:adjLst>
                              </dgm:shape>
                              <dgm:presOf/>
                              <dgm:constrLst/>
                              <dgm:ruleLst/>
                            </dgm:layoutNode>
                            <dgm:layoutNode name="text3" styleLbl="fgAcc3">
                              <dgm:varLst>
                                <dgm:chPref val="3"/>
                              </dgm:varLst>
                              <dgm:alg type="tx"/>
                              <dgm:shape xmlns:r="http://schemas.openxmlformats.org/officeDocument/2006/relationships" type="roundRect" r:blip="">
                                <dgm:adjLst>
                                  <dgm:adj idx="1" val="0.1"/>
                                </dgm:adjLst>
                              </dgm:shape>
                              <dgm:presOf axis="self"/>
                              <dgm:constrLst>
                                <dgm:constr type="tMarg" refType="primFontSz" fact="0.3"/>
                                <dgm:constr type="bMarg" refType="primFontSz" fact="0.3"/>
                                <dgm:constr type="lMarg" refType="primFontSz" fact="0.3"/>
                                <dgm:constr type="rMarg" refType="primFontSz" fact="0.3"/>
                              </dgm:constrLst>
                              <dgm:ruleLst>
                                <dgm:rule type="primFontSz" val="5" fact="NaN" max="NaN"/>
                              </dgm:ruleLst>
                            </dgm:layoutNode>
                          </dgm:layoutNode>
                          <dgm:layoutNode name="hierChild4">
                            <dgm:choose name="Name19">
                              <dgm:if name="Name20" func="var" arg="dir" op="equ" val="norm">
                                <dgm:alg type="hierChild">
                                  <dgm:param type="linDir" val="fromL"/>
                                </dgm:alg>
                              </dgm:if>
                              <dgm:else name="Name21">
                                <dgm:alg type="hierChild">
                                  <dgm:param type="linDir" val="fromR"/>
                                </dgm:alg>
                              </dgm:else>
                            </dgm:choose>
                            <dgm:shape xmlns:r="http://schemas.openxmlformats.org/officeDocument/2006/relationships" r:blip="">
                              <dgm:adjLst/>
                            </dgm:shape>
                            <dgm:presOf/>
                            <dgm:constrLst/>
                            <dgm:ruleLst/>
                            <dgm:forEach name="repeat" axis="ch">
                              <dgm:forEach name="Name22" axis="self" ptType="parTrans" cnt="1">
                                <dgm:layoutNode name="Name23">
                                  <dgm:choose name="Name24">
                                    <dgm:if name="Name25" axis="self" func="depth" op="lte" val="4">
                                      <dgm:alg type="conn">
                                        <dgm:param type="dim" val="1D"/>
                                        <dgm:param type="endSty" val="noArr"/>
                                        <dgm:param type="connRout" val="bend"/>
                                        <dgm:param type="bendPt" val="end"/>
                                        <dgm:param type="begPts" val="bCtr"/>
                                        <dgm:param type="endPts" val="tCtr"/>
                                        <dgm:param type="srcNode" val="background3"/>
                                        <dgm:param type="dstNode" val="background4"/>
                                      </dgm:alg>
                                    </dgm:if>
                                    <dgm:else name="Name26">
                                      <dgm:alg type="conn">
                                        <dgm:param type="dim" val="1D"/>
                                        <dgm:param type="endSty" val="noArr"/>
                                        <dgm:param type="connRout" val="bend"/>
                                        <dgm:param type="bendPt" val="end"/>
                                        <dgm:param type="begPts" val="bCtr"/>
                                        <dgm:param type="endPts" val="tCtr"/>
                                        <dgm:param type="srcNode" val="background4"/>
                                        <dgm:param type="dstNode" val="background4"/>
                                      </dgm:alg>
                                    </dgm:else>
                                  </dgm:choose>
                                  <dgm:shape xmlns:r="http://schemas.openxmlformats.org/officeDocument/2006/relationships" type="conn" r:blip="" zOrderOff="-999">
                                    <dgm:adjLst/>
                                  </dgm:shape>
                                  <dgm:presOf axis="self"/>
                                  <dgm:constrLst>
                                    <dgm:constr type="begPad"/>
                                    <dgm:constr type="endPad"/>
                                  </dgm:constrLst>
                                  <dgm:ruleLst/>
                                </dgm:layoutNode>
                              </dgm:forEach>
                              <dgm:forEach name="Name27" axis="self" ptType="node">
                                <dgm:layoutNode name="hierRoot4">
                                  <dgm:alg type="hierRoot"/>
                                  <dgm:shape xmlns:r="http://schemas.openxmlformats.org/officeDocument/2006/relationships" r:blip="">
                                    <dgm:adjLst/>
                                  </dgm:shape>
                                  <dgm:presOf/>
                                  <dgm:constrLst>
                                    <dgm:constr type="bendDist" for="des" ptType="parTrans" refType="sp" fact="0.5"/>
                                  </dgm:constrLst>
                                  <dgm:ruleLst/>
                                  <dgm:layoutNode name="composite4">
                                    <dgm:alg type="composite"/>
                                    <dgm:shape xmlns:r="http://schemas.openxmlformats.org/officeDocument/2006/relationships" r:blip="">
                                      <dgm:adjLst/>
                                    </dgm:shape>
                                    <dgm:presOf/>
                                    <dgm:constrLst>
                                      <dgm:constr type="w" for="ch" forName="background4" refType="w" fact="0.9"/>
                                      <dgm:constr type="h" for="ch" forName="background4" refType="w" refFor="ch" refForName="background4" fact="0.635"/>
                                      <dgm:constr type="t" for="ch" forName="background4"/>
                                      <dgm:constr type="l" for="ch" forName="background4"/>
                                      <dgm:constr type="w" for="ch" forName="text4" refType="w" fact="0.9"/>
                                      <dgm:constr type="h" for="ch" forName="text4" refType="w" refFor="ch" refForName="text4" fact="0.635"/>
                                      <dgm:constr type="t" for="ch" forName="text4" refType="w" fact="0.095"/>
                                      <dgm:constr type="l" for="ch" forName="text4" refType="w" fact="0.1"/>
                                    </dgm:constrLst>
                                    <dgm:ruleLst/>
                                    <dgm:layoutNode name="background4" moveWith="text4">
                                      <dgm:alg type="sp"/>
                                      <dgm:shape xmlns:r="http://schemas.openxmlformats.org/officeDocument/2006/relationships" type="roundRect" r:blip="">
                                        <dgm:adjLst>
                                          <dgm:adj idx="1" val="0.1"/>
                                        </dgm:adjLst>
                                      </dgm:shape>
                                      <dgm:presOf/>
                                      <dgm:constrLst/>
                                      <dgm:ruleLst/>
                                    </dgm:layoutNode>
                                    <dgm:layoutNode name="text4" styleLbl="fgAcc4">
                                      <dgm:varLst>
                                        <dgm:chPref val="3"/>
                                      </dgm:varLst>
                                      <dgm:alg type="tx"/>
                                      <dgm:shape xmlns:r="http://schemas.openxmlformats.org/officeDocument/2006/relationships" type="roundRect" r:blip="">
                                        <dgm:adjLst>
                                          <dgm:adj idx="1" val="0.1"/>
                                        </dgm:adjLst>
                                      </dgm:shape>
                                      <dgm:presOf axis="self"/>
                                      <dgm:constrLst>
                                        <dgm:constr type="tMarg" refType="primFontSz" fact="0.3"/>
                                        <dgm:constr type="bMarg" refType="primFontSz" fact="0.3"/>
                                        <dgm:constr type="lMarg" refType="primFontSz" fact="0.3"/>
                                        <dgm:constr type="rMarg" refType="primFontSz" fact="0.3"/>
                                      </dgm:constrLst>
                                      <dgm:ruleLst>
                                        <dgm:rule type="primFontSz" val="5" fact="NaN" max="NaN"/>
                                      </dgm:ruleLst>
                                    </dgm:layoutNode>
                                  </dgm:layoutNode>
                                  <dgm:layoutNode name="hierChild5">
                                    <dgm:choose name="Name28">
                                      <dgm:if name="Name29" func="var" arg="dir" op="equ" val="norm">
                                        <dgm:alg type="hierChild">
                                          <dgm:param type="linDir" val="fromL"/>
                                        </dgm:alg>
                                      </dgm:if>
                                      <dgm:else name="Name30">
                                        <dgm:alg type="hierChild">
                                          <dgm:param type="linDir" val="fromR"/>
                                        </dgm:alg>
                                      </dgm:else>
                                    </dgm:choose>
                                    <dgm:shape xmlns:r="http://schemas.openxmlformats.org/officeDocument/2006/relationships" r:blip="">
                                      <dgm:adjLst/>
                                    </dgm:shape>
                                    <dgm:presOf/>
                                    <dgm:constrLst/>
                                    <dgm:ruleLst/>
                                    <dgm:forEach name="Name31" ref="repeat"/>
                                  </dgm:layoutNode>
                                </dgm:layoutNode>
                              </dgm:forEach>
                            </dgm:forEach>
                          </dgm:layoutNode>
                        </dgm:layoutNode>
                      </dgm:forEach>
                    </dgm:forEach>
                  </dgm:layoutNode>
                </dgm:layoutNode>
              </dgm:forEach>
            </dgm:forEach>
          </dgm:layoutNode>
        </dgm:layoutNode>
      </dgm:forEach>
    </dgm:forEach>
  </dgm:layoutNode>
</dgm:layoutDef>
</file>

<file path=ppt/diagrams/layout3.xml><?xml version="1.0" encoding="utf-8"?>
<dgm:layoutDef xmlns:dgm="http://schemas.openxmlformats.org/drawingml/2006/diagram" xmlns:a="http://schemas.openxmlformats.org/drawingml/2006/main" uniqueId="urn:microsoft.com/office/officeart/2018/2/layout/IconLabelList">
  <dgm:title val="Icon Label List"/>
  <dgm:desc val="Use to show non-sequential or grouped chunks of information accompanied by a related visuals. Works best with icons or small pictures with short text captions."/>
  <dgm:catLst>
    <dgm:cat type="icon" pri="500"/>
  </dgm:catLst>
  <dgm:sampData useDef="1">
    <dgm:dataModel>
      <dgm:ptLst/>
      <dgm:bg/>
      <dgm:whole/>
    </dgm:dataModel>
  </dgm:sampData>
  <dgm:styleData useDef="1">
    <dgm:dataModel>
      <dgm:ptLst/>
      <dgm:bg/>
      <dgm:whole/>
    </dgm:dataModel>
  </dgm:styleData>
  <dgm:clrData useDef="1">
    <dgm:dataModel>
      <dgm:ptLst/>
      <dgm:bg/>
      <dgm:whole/>
    </dgm:dataModel>
  </dgm:clrData>
  <dgm:layoutNode name="root">
    <dgm:varLst>
      <dgm:dir/>
      <dgm:resizeHandles val="exact"/>
    </dgm:varLst>
    <dgm:choose name="Name0">
      <dgm:if name="Name1" axis="self" func="var" arg="dir" op="equ" val="norm">
        <dgm:alg type="snake">
          <dgm:param type="grDir" val="tL"/>
          <dgm:param type="flowDir" val="row"/>
          <dgm:param type="contDir" val="sameDir"/>
          <dgm:param type="off" val="ctr"/>
          <dgm:param type="vertAlign" val="mid"/>
          <dgm:param type="horzAlign" val="ctr"/>
        </dgm:alg>
      </dgm:if>
      <dgm:else name="Name2">
        <dgm:alg type="snake">
          <dgm:param type="grDir" val="tR"/>
          <dgm:param type="flowDir" val="row"/>
          <dgm:param type="contDir" val="sameDir"/>
          <dgm:param type="off" val="ctr"/>
          <dgm:param type="vertAlign" val="mid"/>
          <dgm:param type="horzAlign" val="ctr"/>
        </dgm:alg>
      </dgm:else>
    </dgm:choose>
    <dgm:shape xmlns:r="http://schemas.openxmlformats.org/officeDocument/2006/relationships" r:blip="">
      <dgm:adjLst/>
    </dgm:shape>
    <dgm:presOf/>
    <dgm:choose name="Name3">
      <dgm:if name="Name4" axis="ch" ptType="node" func="cnt" op="lte" val="2">
        <dgm:constrLst>
          <dgm:constr type="h" for="ch" forName="compNode" refType="h" fact="0.4"/>
          <dgm:constr type="w" for="ch" forName="compNode" val="120"/>
          <dgm:constr type="w" for="ch" forName="sibTrans" refType="w" refFor="ch" refForName="compNode" fact="0.175"/>
          <dgm:constr type="sp" refType="w" refFor="ch" refForName="compNode" op="equ" fact="0.25"/>
          <dgm:constr type="primFontSz" for="des" ptType="node" op="equ" val="50"/>
          <dgm:constr type="h" for="des" forName="compNode" op="equ"/>
          <dgm:constr type="h" for="des" forName="textRect" op="equ"/>
        </dgm:constrLst>
      </dgm:if>
      <dgm:if name="Name5" axis="ch" ptType="node" func="cnt" op="lte" val="4">
        <dgm:constrLst>
          <dgm:constr type="h" for="ch" forName="compNode" refType="h" fact="0.4"/>
          <dgm:constr type="w" for="ch" forName="compNode" refType="w"/>
          <dgm:constr type="w" for="ch" forName="sibTrans" refType="w" refFor="ch" refForName="compNode" fact="0.175"/>
          <dgm:constr type="sp" refType="w" refFor="ch" refForName="compNode" op="equ" fact="0.25"/>
          <dgm:constr type="primFontSz" for="des" ptType="node" op="equ" val="36"/>
          <dgm:constr type="h" for="des" forName="compNode" op="equ"/>
          <dgm:constr type="h" for="des" forName="textRect" op="equ"/>
        </dgm:constrLst>
      </dgm:if>
      <dgm:else name="Name6">
        <dgm:constrLst>
          <dgm:constr type="h" for="ch" forName="compNode" refType="h" fact="0.4"/>
          <dgm:constr type="w" for="ch" forName="compNode" refType="w"/>
          <dgm:constr type="w" for="ch" forName="sibTrans" refType="w" refFor="ch" refForName="compNode" fact="0.175"/>
          <dgm:constr type="sp" refType="w" refFor="ch" refForName="compNode" op="equ" fact="0.25"/>
          <dgm:constr type="primFontSz" for="des" ptType="node" op="equ" val="24"/>
          <dgm:constr type="h" for="des" forName="compNode" op="equ"/>
          <dgm:constr type="h" for="des" forName="textRect" op="equ"/>
        </dgm:constrLst>
      </dgm:else>
    </dgm:choose>
    <dgm:ruleLst>
      <dgm:rule type="w" for="ch" forName="compNode" val="50" fact="NaN" max="NaN"/>
    </dgm:ruleLst>
    <dgm:forEach name="Name7" axis="ch" ptType="node">
      <dgm:layoutNode name="compNode">
        <dgm:alg type="composite"/>
        <dgm:shape xmlns:r="http://schemas.openxmlformats.org/officeDocument/2006/relationships" r:blip="">
          <dgm:adjLst/>
        </dgm:shape>
        <dgm:presOf axis="self"/>
        <dgm:constrLst>
          <dgm:constr type="w" for="ch" forName="iconRect" refType="w" fact="0.45"/>
          <dgm:constr type="h" for="ch" forName="iconRect" refType="w" refFor="ch" refForName="iconRect"/>
          <dgm:constr type="ctrX" for="ch" forName="iconRect" refType="w" fact="0.5"/>
          <dgm:constr type="t" for="ch" forName="iconRect"/>
          <dgm:constr type="h" for="ch" forName="spaceRect" refType="h" fact="0.15"/>
          <dgm:constr type="w" for="ch" forName="spaceRect" refType="w"/>
          <dgm:constr type="l" for="ch" forName="spaceRect"/>
          <dgm:constr type="t" for="ch" forName="spaceRect" refType="b" refFor="ch" refForName="iconRect"/>
          <dgm:constr type="h" for="ch" forName="textRect" val="20"/>
          <dgm:constr type="w" for="ch" forName="textRect" refType="w"/>
          <dgm:constr type="l" for="ch" forName="textRect"/>
          <dgm:constr type="t" for="ch" forName="textRect" refType="b" refFor="ch" refForName="spaceRect"/>
        </dgm:constrLst>
        <dgm:ruleLst>
          <dgm:rule type="h" val="INF" fact="NaN" max="NaN"/>
        </dgm:ruleLst>
        <dgm:layoutNode name="iconRect" styleLbl="node1">
          <dgm:alg type="sp"/>
          <dgm:shape xmlns:r="http://schemas.openxmlformats.org/officeDocument/2006/relationships" type="rect" r:blip="" blipPhldr="1">
            <dgm:adjLst/>
          </dgm:shape>
          <dgm:presOf/>
          <dgm:constrLst/>
          <dgm:ruleLst/>
        </dgm:layoutNode>
        <dgm:layoutNode name="spaceRect">
          <dgm:alg type="sp"/>
          <dgm:shape xmlns:r="http://schemas.openxmlformats.org/officeDocument/2006/relationships" r:blip="">
            <dgm:adjLst/>
          </dgm:shape>
          <dgm:presOf/>
          <dgm:constrLst/>
          <dgm:ruleLst/>
        </dgm:layoutNode>
        <dgm:layoutNode name="textRect" styleLbl="revTx">
          <dgm:varLst>
            <dgm:chMax val="1"/>
            <dgm:chPref val="1"/>
          </dgm:varLst>
          <dgm:alg type="tx">
            <dgm:param type="txAnchorVert" val="t"/>
          </dgm:alg>
          <dgm:shape xmlns:r="http://schemas.openxmlformats.org/officeDocument/2006/relationships" type="rect" r:blip="">
            <dgm:adjLst/>
          </dgm:shape>
          <dgm:presOf axis="self" ptType="node"/>
          <dgm:constrLst>
            <dgm:constr type="lMarg"/>
            <dgm:constr type="rMarg"/>
            <dgm:constr type="tMarg"/>
            <dgm:constr type="bMarg"/>
          </dgm:constrLst>
          <dgm:ruleLst>
            <dgm:rule type="primFontSz" val="11" fact="NaN" max="NaN"/>
            <dgm:rule type="h" val="INF" fact="NaN" max="NaN"/>
          </dgm:ruleLst>
        </dgm:layoutNode>
      </dgm:layoutNode>
      <dgm:forEach name="Name8" axis="followSib" ptType="sibTrans" cnt="1">
        <dgm:layoutNode name="sibTrans">
          <dgm:alg type="sp"/>
          <dgm:shape xmlns:r="http://schemas.openxmlformats.org/officeDocument/2006/relationships" r:blip="">
            <dgm:adjLst/>
          </dgm:shape>
          <dgm:presOf axis="self"/>
          <dgm:constrLst/>
          <dgm:ruleLst/>
        </dgm:layoutNode>
      </dgm:forEach>
    </dgm:forEach>
  </dgm:layoutNode>
  <dgm:extLst>
    <a:ext uri="{68A01E43-0DF5-4B5B-8FA6-DAF915123BFB}">
      <dgm1612:lstStyle xmlns:dgm1612="http://schemas.microsoft.com/office/drawing/2016/12/diagram">
        <a:lvl1pPr>
          <a:lnSpc>
            <a:spcPct val="100000"/>
          </a:lnSpc>
        </a:lvl1pPr>
      </dgm1612:lstStyle>
    </a:ext>
  </dgm:extLst>
</dgm:layoutDef>
</file>

<file path=ppt/diagrams/quickStyle1.xml><?xml version="1.0" encoding="utf-8"?>
<dgm:styleDef xmlns:dgm="http://schemas.openxmlformats.org/drawingml/2006/diagram" xmlns:a="http://schemas.openxmlformats.org/drawingml/2006/main" uniqueId="urn:microsoft.com/office/officeart/2005/8/quickstyle/simple4">
  <dgm:title val=""/>
  <dgm:desc val=""/>
  <dgm:catLst>
    <dgm:cat type="simple" pri="10400"/>
  </dgm:catLst>
  <dgm:scene3d>
    <a:camera prst="orthographicFront"/>
    <a:lightRig rig="threePt" dir="t"/>
  </dgm:scene3d>
  <dgm:styleLbl name="node0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threePt" dir="t"/>
    </dgm:scene3d>
    <dgm:sp3d/>
    <dgm:txPr/>
    <dgm:style>
      <a:lnRef idx="1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vennNode1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0">
        <a:scrgbClr r="0" g="0" b="0"/>
      </a:effectRef>
      <a:fontRef idx="minor">
        <a:schemeClr val="tx1"/>
      </a:fontRef>
    </dgm:style>
  </dgm:styleLbl>
  <dgm:styleLbl name="alignNode1">
    <dgm:scene3d>
      <a:camera prst="orthographicFront"/>
      <a:lightRig rig="threePt" dir="t"/>
    </dgm:scene3d>
    <dgm:sp3d/>
    <dgm:txPr/>
    <dgm:style>
      <a:lnRef idx="1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fgImgPlace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alignImgPlace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bgImgPlace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f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b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sib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1">
        <a:scrgbClr r="0" g="0" b="0"/>
      </a:effectRef>
      <a:fontRef idx="minor"/>
    </dgm:style>
  </dgm:styleLbl>
  <dgm:styleLbl name="asst0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asst4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parCh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parChTrans2D2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parChTrans2D3">
    <dgm:scene3d>
      <a:camera prst="orthographicFront"/>
      <a:lightRig rig="threePt" dir="t"/>
    </dgm:scene3d>
    <dgm:sp3d/>
    <dgm:txPr/>
    <dgm:style>
      <a:lnRef idx="1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parChTrans2D4">
    <dgm:scene3d>
      <a:camera prst="orthographicFront"/>
      <a:lightRig rig="threePt" dir="t"/>
    </dgm:scene3d>
    <dgm:sp3d/>
    <dgm:txPr/>
    <dgm:style>
      <a:lnRef idx="1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parCh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conFg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Fg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Bg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FollowNode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FollowNode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FollowNode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0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2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3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4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dk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tr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/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diagrams/quickStyle2.xml><?xml version="1.0" encoding="utf-8"?>
<dgm:styleDef xmlns:dgm="http://schemas.openxmlformats.org/drawingml/2006/diagram" xmlns:a="http://schemas.openxmlformats.org/drawingml/2006/main" uniqueId="urn:microsoft.com/office/officeart/2005/8/quickstyle/simple1">
  <dgm:title val=""/>
  <dgm:desc val=""/>
  <dgm:catLst>
    <dgm:cat type="simple" pri="10100"/>
  </dgm:catLst>
  <dgm:scene3d>
    <a:camera prst="orthographicFront"/>
    <a:lightRig rig="threePt" dir="t"/>
  </dgm:scene3d>
  <dgm:styleLbl name="node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ven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tx1"/>
      </a:fontRef>
    </dgm:style>
  </dgm:styleLbl>
  <dgm:styleLbl name="alig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b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sib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sst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1D1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con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dk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diagrams/quickStyle3.xml><?xml version="1.0" encoding="utf-8"?>
<dgm:styleDef xmlns:dgm="http://schemas.openxmlformats.org/drawingml/2006/diagram" xmlns:a="http://schemas.openxmlformats.org/drawingml/2006/main" uniqueId="urn:microsoft.com/office/officeart/2005/8/quickstyle/simple1">
  <dgm:title val=""/>
  <dgm:desc val=""/>
  <dgm:catLst>
    <dgm:cat type="simple" pri="10100"/>
  </dgm:catLst>
  <dgm:scene3d>
    <a:camera prst="orthographicFront"/>
    <a:lightRig rig="threePt" dir="t"/>
  </dgm:scene3d>
  <dgm:styleLbl name="node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ven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tx1"/>
      </a:fontRef>
    </dgm:style>
  </dgm:styleLbl>
  <dgm:styleLbl name="alig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b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sib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sst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1D1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con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dk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IN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14A326F2-793C-4592-B87E-9A4F6A50EF25}" type="datetimeFigureOut">
              <a:rPr lang="en-IN" smtClean="0"/>
              <a:t>24-05-2026</a:t>
            </a:fld>
            <a:endParaRPr lang="en-IN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IN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IN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F933DA2C-649C-4570-AA52-2A07E089D14C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211485168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E91549F-854C-52F2-14A3-29B54C4FF5DA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1A01E9E8-7B7A-59F5-8A96-126B8DD34333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  <a:endParaRPr lang="en-IN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B346B586-9C96-83D3-0C3E-1340C2226C7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C57C3FE-9052-4978-911F-4900FADCE5D4}" type="datetimeFigureOut">
              <a:rPr lang="en-IN" smtClean="0"/>
              <a:t>24-05-2026</a:t>
            </a:fld>
            <a:endParaRPr lang="en-I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5AB55E2C-768D-6A3B-4F02-6DE502B12C7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F1D8377D-B640-85B4-0732-A9BCF59454A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C22AC1C-B4B1-4303-92C5-708C388ED122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275143384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FED447E-D009-B20A-6E70-45F63F9A50E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D22DC324-553C-CDCF-9EA2-04E3D6C2D188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A58107BF-C037-7DAA-F621-A8681184A2C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C57C3FE-9052-4978-911F-4900FADCE5D4}" type="datetimeFigureOut">
              <a:rPr lang="en-IN" smtClean="0"/>
              <a:t>24-05-2026</a:t>
            </a:fld>
            <a:endParaRPr lang="en-I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6D31AB12-9DC9-AAF6-877D-5836679888E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24D9B60D-2B46-3B6E-2298-6D3E831AC3E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C22AC1C-B4B1-4303-92C5-708C388ED122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994928089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8570D52-7AB7-47A9-4512-09C79E97C03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38B51ACA-E60E-B5EB-F162-61409708EB4C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82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82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82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A89064EF-1465-287E-798C-D33429D5751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C57C3FE-9052-4978-911F-4900FADCE5D4}" type="datetimeFigureOut">
              <a:rPr lang="en-IN" smtClean="0"/>
              <a:t>24-05-2026</a:t>
            </a:fld>
            <a:endParaRPr lang="en-I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A55F1FE9-8271-640D-D654-F44BE9F194F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4FDA5D5C-D2EE-9F83-FD28-58151A32909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C22AC1C-B4B1-4303-92C5-708C388ED122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4271535740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0A93F4B-63AD-6A19-7E35-EF964FE1BDA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98E0A1A0-C8E5-A747-7389-D462F9A68FA8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8EBD0D9D-ED5A-80C7-E9DC-52A646D025E1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39DA2F75-1D8B-AAA3-5EF9-C0FB4EF1810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C57C3FE-9052-4978-911F-4900FADCE5D4}" type="datetimeFigureOut">
              <a:rPr lang="en-IN" smtClean="0"/>
              <a:t>24-05-2026</a:t>
            </a:fld>
            <a:endParaRPr lang="en-IN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DCAC9C61-44A5-3CB3-C327-712FEA913B4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26259C98-1A71-3A2D-F632-5B1ED131DF3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C22AC1C-B4B1-4303-92C5-708C388ED122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3085266468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A98D0AA-536D-7D26-DDC2-61B55D486F9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6BB6F9F5-8DD6-D48E-A954-A809DAA63CA0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2EA6A533-5EDA-7CCC-CD78-0BFFBF314E9D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88F466EB-EAE1-7C78-F7BB-10CC9FE379E6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A0107467-02AC-3D7F-9A81-FA1E8CAA41A8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338BCF52-130D-4E32-57B3-A861971BCD7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C57C3FE-9052-4978-911F-4900FADCE5D4}" type="datetimeFigureOut">
              <a:rPr lang="en-IN" smtClean="0"/>
              <a:t>24-05-2026</a:t>
            </a:fld>
            <a:endParaRPr lang="en-IN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13E42BE0-5DE5-8C9D-BE80-70B04FDD3DB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C6C9F826-3DE9-27A7-FB7E-2D21A534C29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C22AC1C-B4B1-4303-92C5-708C388ED122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1343121599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47B7299-D860-CE12-4936-6F4C42F837F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579C2783-CF83-162B-4ABC-C88EFD16F96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C57C3FE-9052-4978-911F-4900FADCE5D4}" type="datetimeFigureOut">
              <a:rPr lang="en-IN" smtClean="0"/>
              <a:t>24-05-2026</a:t>
            </a:fld>
            <a:endParaRPr lang="en-IN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3523E46D-47A1-BC7B-42FF-CBFCD4981FD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F77EA619-3F98-C3FF-F3A7-383C5E014D1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C22AC1C-B4B1-4303-92C5-708C388ED122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900253947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A381D700-D8F4-6913-AC94-930DF87CBEA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C57C3FE-9052-4978-911F-4900FADCE5D4}" type="datetimeFigureOut">
              <a:rPr lang="en-IN" smtClean="0"/>
              <a:t>24-05-2026</a:t>
            </a:fld>
            <a:endParaRPr lang="en-IN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1B0A822A-B3B5-ECDE-0E9B-545A91A1621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D1A5CE26-1E73-D41F-219E-3F664B65E64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C22AC1C-B4B1-4303-92C5-708C388ED122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2296651871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A3F4D6E-0DD8-25E3-E511-2E4065771E4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0C0D3738-C4A9-6B2A-4A09-8A179CF79864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AA69D721-3479-8BDC-0AC0-75DF9D8ABA10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E4F5B96D-CD4F-6D56-8E2D-6D01DBBADC4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C57C3FE-9052-4978-911F-4900FADCE5D4}" type="datetimeFigureOut">
              <a:rPr lang="en-IN" smtClean="0"/>
              <a:t>24-05-2026</a:t>
            </a:fld>
            <a:endParaRPr lang="en-IN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ED796905-67E2-E5BE-C817-C9105F077B2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38343B51-B113-0678-2A98-113D5D5BEE1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C22AC1C-B4B1-4303-92C5-708C388ED122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2319174645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F9325E6-5958-8F2C-E728-BE6C8C15398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774EB213-B6B4-BDA2-D317-66F37CD7E3A7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IN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130295F3-CFA4-7E66-9084-FDC401CD93FC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4725BA35-CA19-73BC-3901-C2637CF1299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C57C3FE-9052-4978-911F-4900FADCE5D4}" type="datetimeFigureOut">
              <a:rPr lang="en-IN" smtClean="0"/>
              <a:t>24-05-2026</a:t>
            </a:fld>
            <a:endParaRPr lang="en-IN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0AFFCF43-1FAE-3608-3A91-0DD6ADADE47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6C806C63-D347-E49C-59D5-A7B5AF6C760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C22AC1C-B4B1-4303-92C5-708C388ED122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25947517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14EA45C-1FEB-C1EC-44AA-27B826083A8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6E28FDA4-895D-BFCF-89AF-3A1C5B908C0A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C1411BCC-E01A-5BBE-1FBB-5A4E5C8660A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C57C3FE-9052-4978-911F-4900FADCE5D4}" type="datetimeFigureOut">
              <a:rPr lang="en-IN" smtClean="0"/>
              <a:t>24-05-2026</a:t>
            </a:fld>
            <a:endParaRPr lang="en-I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18D078B8-B2E0-A022-8468-D25EB8C8A5B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7B8CE266-2902-8064-9CA0-34AD1E89D09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C22AC1C-B4B1-4303-92C5-708C388ED122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454908598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>
            <a:extLst>
              <a:ext uri="{FF2B5EF4-FFF2-40B4-BE49-F238E27FC236}">
                <a16:creationId xmlns:a16="http://schemas.microsoft.com/office/drawing/2014/main" id="{0B714698-411A-AC5E-02E3-C47339C3B02B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0E3962F3-3EE0-DDAF-868E-2CC26AE2EC81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ACB54789-1798-E341-7B21-C82DEA82083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C57C3FE-9052-4978-911F-4900FADCE5D4}" type="datetimeFigureOut">
              <a:rPr lang="en-IN" smtClean="0"/>
              <a:t>24-05-2026</a:t>
            </a:fld>
            <a:endParaRPr lang="en-I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BB71F38F-DAC4-6041-7CB1-7B0D94E1A6D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E54DD2C8-993B-DB70-BF2C-A472190DC3A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C22AC1C-B4B1-4303-92C5-708C388ED122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3563958312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3">
        <a:schemeClr val="bg2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FF747411-6B2F-69DA-3CCC-2AC06C0D6D9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409603E9-6EC8-A9F1-F015-D7BC97531804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3450A32F-50FB-4F5B-CC66-26AF3643DF16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FC57C3FE-9052-4978-911F-4900FADCE5D4}" type="datetimeFigureOut">
              <a:rPr lang="en-IN" smtClean="0"/>
              <a:t>24-05-2026</a:t>
            </a:fld>
            <a:endParaRPr lang="en-I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56F2997D-676E-5E74-D0DE-F2156FF76870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endParaRPr lang="en-I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8EC14484-E794-C5DC-D028-81EC142DAE06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FC22AC1C-B4B1-4303-92C5-708C388ED122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1008513218"/>
      </p:ext>
    </p:extLst>
  </p:cSld>
  <p:clrMap bg1="dk1" tx1="lt1" bg2="dk2" tx2="lt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diagramLayout" Target="../diagrams/layout1.xml"/><Relationship Id="rId2" Type="http://schemas.openxmlformats.org/officeDocument/2006/relationships/diagramData" Target="../diagrams/data1.xml"/><Relationship Id="rId1" Type="http://schemas.openxmlformats.org/officeDocument/2006/relationships/slideLayout" Target="../slideLayouts/slideLayout2.xml"/><Relationship Id="rId6" Type="http://schemas.microsoft.com/office/2007/relationships/diagramDrawing" Target="../diagrams/drawing1.xml"/><Relationship Id="rId5" Type="http://schemas.openxmlformats.org/officeDocument/2006/relationships/diagramColors" Target="../diagrams/colors1.xml"/><Relationship Id="rId4" Type="http://schemas.openxmlformats.org/officeDocument/2006/relationships/diagramQuickStyle" Target="../diagrams/quickStyle1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7.xml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pn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7.png"/><Relationship Id="rId2" Type="http://schemas.openxmlformats.org/officeDocument/2006/relationships/image" Target="../media/image6.png"/><Relationship Id="rId1" Type="http://schemas.openxmlformats.org/officeDocument/2006/relationships/slideLayout" Target="../slideLayouts/slideLayout7.xml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9.png"/><Relationship Id="rId2" Type="http://schemas.openxmlformats.org/officeDocument/2006/relationships/image" Target="../media/image8.png"/><Relationship Id="rId1" Type="http://schemas.openxmlformats.org/officeDocument/2006/relationships/slideLayout" Target="../slideLayouts/slideLayout7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image" Target="../media/image10.png"/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3" Type="http://schemas.openxmlformats.org/officeDocument/2006/relationships/diagramLayout" Target="../diagrams/layout2.xml"/><Relationship Id="rId2" Type="http://schemas.openxmlformats.org/officeDocument/2006/relationships/diagramData" Target="../diagrams/data2.xml"/><Relationship Id="rId1" Type="http://schemas.openxmlformats.org/officeDocument/2006/relationships/slideLayout" Target="../slideLayouts/slideLayout2.xml"/><Relationship Id="rId6" Type="http://schemas.microsoft.com/office/2007/relationships/diagramDrawing" Target="../diagrams/drawing2.xml"/><Relationship Id="rId5" Type="http://schemas.openxmlformats.org/officeDocument/2006/relationships/diagramColors" Target="../diagrams/colors2.xml"/><Relationship Id="rId4" Type="http://schemas.openxmlformats.org/officeDocument/2006/relationships/diagramQuickStyle" Target="../diagrams/quickStyle2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3.xml.rels><?xml version="1.0" encoding="UTF-8" standalone="yes"?>
<Relationships xmlns="http://schemas.openxmlformats.org/package/2006/relationships"><Relationship Id="rId3" Type="http://schemas.openxmlformats.org/officeDocument/2006/relationships/diagramLayout" Target="../diagrams/layout3.xml"/><Relationship Id="rId2" Type="http://schemas.openxmlformats.org/officeDocument/2006/relationships/diagramData" Target="../diagrams/data3.xml"/><Relationship Id="rId1" Type="http://schemas.openxmlformats.org/officeDocument/2006/relationships/slideLayout" Target="../slideLayouts/slideLayout2.xml"/><Relationship Id="rId6" Type="http://schemas.microsoft.com/office/2007/relationships/diagramDrawing" Target="../diagrams/drawing3.xml"/><Relationship Id="rId5" Type="http://schemas.openxmlformats.org/officeDocument/2006/relationships/diagramColors" Target="../diagrams/colors3.xml"/><Relationship Id="rId4" Type="http://schemas.openxmlformats.org/officeDocument/2006/relationships/diagramQuickStyle" Target="../diagrams/quickStyle3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CE4AA2A-A654-6F1D-96DF-69893DA1F42C}"/>
              </a:ext>
            </a:extLst>
          </p:cNvPr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rPr lang="en-IN" dirty="0"/>
              <a:t>Startup Profit Analysis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C0280B86-D609-7208-96B1-07325D4E030F}"/>
              </a:ext>
            </a:extLst>
          </p:cNvPr>
          <p:cNvSpPr>
            <a:spLocks noGrp="1"/>
          </p:cNvSpPr>
          <p:nvPr>
            <p:ph type="subTitle" idx="1"/>
          </p:nvPr>
        </p:nvSpPr>
        <p:spPr/>
        <p:txBody>
          <a:bodyPr>
            <a:normAutofit/>
          </a:bodyPr>
          <a:lstStyle/>
          <a:p>
            <a:r>
              <a:rPr lang="en-US" sz="2800" dirty="0"/>
              <a:t>Using SQL, Python &amp; Power BI</a:t>
            </a:r>
            <a:endParaRPr lang="en-IN" sz="2800" dirty="0"/>
          </a:p>
          <a:p>
            <a:pPr algn="l"/>
            <a:endParaRPr lang="en-US" sz="2800" dirty="0"/>
          </a:p>
        </p:txBody>
      </p:sp>
      <p:sp>
        <p:nvSpPr>
          <p:cNvPr id="4" name="Rectangle 1">
            <a:extLst>
              <a:ext uri="{FF2B5EF4-FFF2-40B4-BE49-F238E27FC236}">
                <a16:creationId xmlns:a16="http://schemas.microsoft.com/office/drawing/2014/main" id="{D50AE216-7312-E3BF-D6A5-A23D0CA076BF}"/>
              </a:ext>
            </a:extLst>
          </p:cNvPr>
          <p:cNvSpPr>
            <a:spLocks noChangeArrowheads="1"/>
          </p:cNvSpPr>
          <p:nvPr/>
        </p:nvSpPr>
        <p:spPr bwMode="auto">
          <a:xfrm>
            <a:off x="51816" y="4535308"/>
            <a:ext cx="5410520" cy="1200329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non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pPr marL="1200150" lvl="2" indent="-285750" eaLnBrk="0" fontAlgn="base" hangingPunct="0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buChar char="•"/>
            </a:pPr>
            <a:r>
              <a:rPr kumimoji="0" lang="en-US" altLang="en-US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Submitted By: Muskan Chib </a:t>
            </a:r>
            <a:endParaRPr lang="en-US" altLang="en-US" dirty="0">
              <a:latin typeface="Arial" panose="020B0604020202020204" pitchFamily="34" charset="0"/>
            </a:endParaRPr>
          </a:p>
          <a:p>
            <a:pPr marL="1200150" lvl="2" indent="-285750" eaLnBrk="0" fontAlgn="base" hangingPunct="0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buChar char="•"/>
            </a:pPr>
            <a:r>
              <a:rPr kumimoji="0" lang="en-US" altLang="en-US" sz="1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 Role: Data Analyst Intern </a:t>
            </a:r>
          </a:p>
          <a:p>
            <a:pPr marL="1200150" lvl="2" indent="-285750" eaLnBrk="0" fontAlgn="base" hangingPunct="0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buChar char="•"/>
            </a:pPr>
            <a:r>
              <a:rPr kumimoji="0" lang="en-US" altLang="en-US" sz="1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Project: PRDA-01 </a:t>
            </a:r>
          </a:p>
          <a:p>
            <a:pPr marL="1200150" lvl="2" indent="-285750" eaLnBrk="0" fontAlgn="base" hangingPunct="0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buChar char="•"/>
            </a:pPr>
            <a:r>
              <a:rPr kumimoji="0" lang="en-US" altLang="en-US" sz="1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Tools Used: MySQL, Python, Power BI </a:t>
            </a:r>
          </a:p>
        </p:txBody>
      </p:sp>
    </p:spTree>
    <p:extLst>
      <p:ext uri="{BB962C8B-B14F-4D97-AF65-F5344CB8AC3E}">
        <p14:creationId xmlns:p14="http://schemas.microsoft.com/office/powerpoint/2010/main" val="2057112687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18" name="Rectangle 17">
            <a:extLst>
              <a:ext uri="{FF2B5EF4-FFF2-40B4-BE49-F238E27FC236}">
                <a16:creationId xmlns:a16="http://schemas.microsoft.com/office/drawing/2014/main" id="{BACC6370-2D7E-4714-9D71-7542949D7D5D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0" cy="6858000"/>
          </a:xfrm>
          <a:prstGeom prst="rect">
            <a:avLst/>
          </a:prstGeom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50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0" name="Rectangle 19">
            <a:extLst>
              <a:ext uri="{FF2B5EF4-FFF2-40B4-BE49-F238E27FC236}">
                <a16:creationId xmlns:a16="http://schemas.microsoft.com/office/drawing/2014/main" id="{256B2C21-A230-48C0-8DF1-C46611373C44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5400000" flipH="1">
            <a:off x="-1410084" y="1410082"/>
            <a:ext cx="6858000" cy="4037836"/>
          </a:xfrm>
          <a:prstGeom prst="rect">
            <a:avLst/>
          </a:prstGeom>
          <a:gradFill>
            <a:gsLst>
              <a:gs pos="8000">
                <a:srgbClr val="000000"/>
              </a:gs>
              <a:gs pos="100000">
                <a:schemeClr val="accent1">
                  <a:lumMod val="75000"/>
                </a:schemeClr>
              </a:gs>
            </a:gsLst>
            <a:lin ang="30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1" name="Rectangle 20">
            <a:extLst>
              <a:ext uri="{FF2B5EF4-FFF2-40B4-BE49-F238E27FC236}">
                <a16:creationId xmlns:a16="http://schemas.microsoft.com/office/drawing/2014/main" id="{3847E18C-932D-4C95-AABA-FEC7C9499AD7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5400000" flipH="1">
            <a:off x="-1410085" y="1420219"/>
            <a:ext cx="6857999" cy="4037839"/>
          </a:xfrm>
          <a:prstGeom prst="rect">
            <a:avLst/>
          </a:prstGeom>
          <a:gradFill>
            <a:gsLst>
              <a:gs pos="0">
                <a:srgbClr val="000000">
                  <a:alpha val="0"/>
                </a:srgbClr>
              </a:gs>
              <a:gs pos="99000">
                <a:schemeClr val="accent1">
                  <a:alpha val="46000"/>
                </a:schemeClr>
              </a:gs>
            </a:gsLst>
            <a:lin ang="18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2" name="Rectangle 21">
            <a:extLst>
              <a:ext uri="{FF2B5EF4-FFF2-40B4-BE49-F238E27FC236}">
                <a16:creationId xmlns:a16="http://schemas.microsoft.com/office/drawing/2014/main" id="{3150CB11-0C61-439E-910F-5787759E72A0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5400000" flipH="1">
            <a:off x="767923" y="3588085"/>
            <a:ext cx="2501979" cy="4037841"/>
          </a:xfrm>
          <a:prstGeom prst="rect">
            <a:avLst/>
          </a:prstGeom>
          <a:gradFill>
            <a:gsLst>
              <a:gs pos="2000">
                <a:schemeClr val="accent1">
                  <a:alpha val="29000"/>
                </a:schemeClr>
              </a:gs>
              <a:gs pos="100000">
                <a:srgbClr val="000000">
                  <a:alpha val="30000"/>
                </a:srgbClr>
              </a:gs>
            </a:gsLst>
            <a:lin ang="78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17" name="Freeform: Shape 16">
            <a:extLst>
              <a:ext uri="{FF2B5EF4-FFF2-40B4-BE49-F238E27FC236}">
                <a16:creationId xmlns:a16="http://schemas.microsoft.com/office/drawing/2014/main" id="{43F8A58B-5155-44CE-A5FF-7647B47D0A7A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20635413">
            <a:off x="-501737" y="969718"/>
            <a:ext cx="3900357" cy="4178958"/>
          </a:xfrm>
          <a:custGeom>
            <a:avLst/>
            <a:gdLst>
              <a:gd name="connsiteX0" fmla="*/ 2432225 w 3900357"/>
              <a:gd name="connsiteY0" fmla="*/ 93939 h 4178958"/>
              <a:gd name="connsiteX1" fmla="*/ 3900357 w 3900357"/>
              <a:gd name="connsiteY1" fmla="*/ 2089479 h 4178958"/>
              <a:gd name="connsiteX2" fmla="*/ 1810878 w 3900357"/>
              <a:gd name="connsiteY2" fmla="*/ 4178958 h 4178958"/>
              <a:gd name="connsiteX3" fmla="*/ 78249 w 3900357"/>
              <a:gd name="connsiteY3" fmla="*/ 3257727 h 4178958"/>
              <a:gd name="connsiteX4" fmla="*/ 0 w 3900357"/>
              <a:gd name="connsiteY4" fmla="*/ 3128923 h 4178958"/>
              <a:gd name="connsiteX5" fmla="*/ 831324 w 3900357"/>
              <a:gd name="connsiteY5" fmla="*/ 244281 h 4178958"/>
              <a:gd name="connsiteX6" fmla="*/ 997559 w 3900357"/>
              <a:gd name="connsiteY6" fmla="*/ 164202 h 4178958"/>
              <a:gd name="connsiteX7" fmla="*/ 1810878 w 3900357"/>
              <a:gd name="connsiteY7" fmla="*/ 0 h 4178958"/>
              <a:gd name="connsiteX8" fmla="*/ 2432225 w 3900357"/>
              <a:gd name="connsiteY8" fmla="*/ 93939 h 4178958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</a:cxnLst>
            <a:rect l="l" t="t" r="r" b="b"/>
            <a:pathLst>
              <a:path w="3900357" h="4178958">
                <a:moveTo>
                  <a:pt x="2432225" y="93939"/>
                </a:moveTo>
                <a:cubicBezTo>
                  <a:pt x="3282786" y="358491"/>
                  <a:pt x="3900357" y="1151865"/>
                  <a:pt x="3900357" y="2089479"/>
                </a:cubicBezTo>
                <a:cubicBezTo>
                  <a:pt x="3900357" y="3243466"/>
                  <a:pt x="2964865" y="4178958"/>
                  <a:pt x="1810878" y="4178958"/>
                </a:cubicBezTo>
                <a:cubicBezTo>
                  <a:pt x="1089636" y="4178958"/>
                  <a:pt x="453744" y="3813531"/>
                  <a:pt x="78249" y="3257727"/>
                </a:cubicBezTo>
                <a:lnTo>
                  <a:pt x="0" y="3128923"/>
                </a:lnTo>
                <a:lnTo>
                  <a:pt x="831324" y="244281"/>
                </a:lnTo>
                <a:lnTo>
                  <a:pt x="997559" y="164202"/>
                </a:lnTo>
                <a:cubicBezTo>
                  <a:pt x="1247540" y="58468"/>
                  <a:pt x="1522381" y="0"/>
                  <a:pt x="1810878" y="0"/>
                </a:cubicBezTo>
                <a:cubicBezTo>
                  <a:pt x="2027251" y="0"/>
                  <a:pt x="2235942" y="32888"/>
                  <a:pt x="2432225" y="93939"/>
                </a:cubicBezTo>
                <a:close/>
              </a:path>
            </a:pathLst>
          </a:custGeom>
          <a:gradFill>
            <a:gsLst>
              <a:gs pos="29000">
                <a:srgbClr val="000000">
                  <a:alpha val="0"/>
                </a:srgbClr>
              </a:gs>
              <a:gs pos="100000">
                <a:schemeClr val="accent1">
                  <a:alpha val="43000"/>
                </a:schemeClr>
              </a:gs>
            </a:gsLst>
            <a:lin ang="18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en-US" dirty="0"/>
          </a:p>
        </p:txBody>
      </p:sp>
      <p:sp>
        <p:nvSpPr>
          <p:cNvPr id="19" name="Rectangle 18">
            <a:extLst>
              <a:ext uri="{FF2B5EF4-FFF2-40B4-BE49-F238E27FC236}">
                <a16:creationId xmlns:a16="http://schemas.microsoft.com/office/drawing/2014/main" id="{443F2ACA-E6D6-4028-82DD-F03C262D5DE6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5400000" flipH="1">
            <a:off x="-1410095" y="1410079"/>
            <a:ext cx="6858003" cy="4037835"/>
          </a:xfrm>
          <a:prstGeom prst="rect">
            <a:avLst/>
          </a:prstGeom>
          <a:gradFill>
            <a:gsLst>
              <a:gs pos="0">
                <a:srgbClr val="000000">
                  <a:alpha val="0"/>
                </a:srgbClr>
              </a:gs>
              <a:gs pos="99000">
                <a:schemeClr val="accent1">
                  <a:lumMod val="60000"/>
                  <a:lumOff val="40000"/>
                  <a:alpha val="11000"/>
                </a:schemeClr>
              </a:gs>
            </a:gsLst>
            <a:lin ang="72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5AB96715-B5AF-9455-766B-9268E04F501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86478" y="1683756"/>
            <a:ext cx="3115265" cy="2396359"/>
          </a:xfrm>
        </p:spPr>
        <p:txBody>
          <a:bodyPr anchor="b">
            <a:normAutofit/>
          </a:bodyPr>
          <a:lstStyle/>
          <a:p>
            <a:pPr algn="r"/>
            <a:r>
              <a:rPr lang="en-IN" sz="4000">
                <a:solidFill>
                  <a:srgbClr val="FFFFFF"/>
                </a:solidFill>
              </a:rPr>
              <a:t>Objective of the Project</a:t>
            </a:r>
          </a:p>
        </p:txBody>
      </p:sp>
      <p:graphicFrame>
        <p:nvGraphicFramePr>
          <p:cNvPr id="23" name="Content Placeholder 2">
            <a:extLst>
              <a:ext uri="{FF2B5EF4-FFF2-40B4-BE49-F238E27FC236}">
                <a16:creationId xmlns:a16="http://schemas.microsoft.com/office/drawing/2014/main" id="{DDFE5226-9140-370D-B3C8-F7698D04E301}"/>
              </a:ext>
            </a:extLst>
          </p:cNvPr>
          <p:cNvGraphicFramePr>
            <a:graphicFrameLocks noGrp="1"/>
          </p:cNvGraphicFramePr>
          <p:nvPr>
            <p:ph idx="1"/>
            <p:extLst>
              <p:ext uri="{D42A27DB-BD31-4B8C-83A1-F6EECF244321}">
                <p14:modId xmlns:p14="http://schemas.microsoft.com/office/powerpoint/2010/main" val="2876139217"/>
              </p:ext>
            </p:extLst>
          </p:nvPr>
        </p:nvGraphicFramePr>
        <p:xfrm>
          <a:off x="4905052" y="750440"/>
          <a:ext cx="6666833" cy="5453920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2" r:lo="rId3" r:qs="rId4" r:cs="rId5"/>
          </a:graphicData>
        </a:graphic>
      </p:graphicFrame>
    </p:spTree>
    <p:extLst>
      <p:ext uri="{BB962C8B-B14F-4D97-AF65-F5344CB8AC3E}">
        <p14:creationId xmlns:p14="http://schemas.microsoft.com/office/powerpoint/2010/main" val="3830388166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E279256-3E11-7514-9181-815E2D204E9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IN" dirty="0"/>
              <a:t>Dataset Description</a:t>
            </a:r>
          </a:p>
        </p:txBody>
      </p:sp>
      <p:graphicFrame>
        <p:nvGraphicFramePr>
          <p:cNvPr id="4" name="Content Placeholder 3">
            <a:extLst>
              <a:ext uri="{FF2B5EF4-FFF2-40B4-BE49-F238E27FC236}">
                <a16:creationId xmlns:a16="http://schemas.microsoft.com/office/drawing/2014/main" id="{0AFE0573-F3FD-906D-06B9-3F76C340ECC1}"/>
              </a:ext>
            </a:extLst>
          </p:cNvPr>
          <p:cNvGraphicFramePr>
            <a:graphicFrameLocks noGrp="1"/>
          </p:cNvGraphicFramePr>
          <p:nvPr>
            <p:ph idx="1"/>
            <p:extLst>
              <p:ext uri="{D42A27DB-BD31-4B8C-83A1-F6EECF244321}">
                <p14:modId xmlns:p14="http://schemas.microsoft.com/office/powerpoint/2010/main" val="584410691"/>
              </p:ext>
            </p:extLst>
          </p:nvPr>
        </p:nvGraphicFramePr>
        <p:xfrm>
          <a:off x="718458" y="2565302"/>
          <a:ext cx="10515600" cy="2194560"/>
        </p:xfrm>
        <a:graphic>
          <a:graphicData uri="http://schemas.openxmlformats.org/drawingml/2006/table">
            <a:tbl>
              <a:tblPr/>
              <a:tblGrid>
                <a:gridCol w="5257800">
                  <a:extLst>
                    <a:ext uri="{9D8B030D-6E8A-4147-A177-3AD203B41FA5}">
                      <a16:colId xmlns:a16="http://schemas.microsoft.com/office/drawing/2014/main" val="796517351"/>
                    </a:ext>
                  </a:extLst>
                </a:gridCol>
                <a:gridCol w="5257800">
                  <a:extLst>
                    <a:ext uri="{9D8B030D-6E8A-4147-A177-3AD203B41FA5}">
                      <a16:colId xmlns:a16="http://schemas.microsoft.com/office/drawing/2014/main" val="4153537535"/>
                    </a:ext>
                  </a:extLst>
                </a:gridCol>
              </a:tblGrid>
              <a:tr h="0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dirty="0"/>
                        <a:t>Column Name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/>
                        <a:t>Description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747629402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dirty="0" err="1"/>
                        <a:t>RD_Spend</a:t>
                      </a:r>
                      <a:endParaRPr lang="en-IN" dirty="0"/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/>
                        <a:t>Research &amp; Development investment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3531260132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/>
                        <a:t>Administration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/>
                        <a:t>Administrative expenses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3679784067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/>
                        <a:t>Marketing_Spend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/>
                        <a:t>Marketing investment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226689902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/>
                        <a:t>State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/>
                        <a:t>Startup location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2056397455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dirty="0"/>
                        <a:t>Profit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dirty="0"/>
                        <a:t>Company profit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3818119907"/>
                  </a:ext>
                </a:extLst>
              </a:tr>
            </a:tbl>
          </a:graphicData>
        </a:graphic>
      </p:graphicFrame>
      <p:sp>
        <p:nvSpPr>
          <p:cNvPr id="5" name="Rectangle 1">
            <a:extLst>
              <a:ext uri="{FF2B5EF4-FFF2-40B4-BE49-F238E27FC236}">
                <a16:creationId xmlns:a16="http://schemas.microsoft.com/office/drawing/2014/main" id="{B148EAA7-0DF6-087C-7222-7A32FB988C4A}"/>
              </a:ext>
            </a:extLst>
          </p:cNvPr>
          <p:cNvSpPr>
            <a:spLocks noChangeArrowheads="1"/>
          </p:cNvSpPr>
          <p:nvPr/>
        </p:nvSpPr>
        <p:spPr bwMode="auto">
          <a:xfrm>
            <a:off x="718458" y="1690688"/>
            <a:ext cx="8109912" cy="646331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non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en-US" altLang="en-US" sz="1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The dataset contains startup company information with the following columns: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en-US" altLang="en-US" sz="18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DEA3C6D0-5EE6-BABE-8283-1E673DCC9F56}"/>
              </a:ext>
            </a:extLst>
          </p:cNvPr>
          <p:cNvSpPr txBox="1"/>
          <p:nvPr/>
        </p:nvSpPr>
        <p:spPr>
          <a:xfrm>
            <a:off x="718458" y="4988145"/>
            <a:ext cx="5536038" cy="120032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/>
              <a:t>Dataset Source:</a:t>
            </a:r>
          </a:p>
          <a:p>
            <a:r>
              <a:rPr lang="en-US" dirty="0"/>
              <a:t>Initially analyzed using MySQL database </a:t>
            </a:r>
          </a:p>
          <a:p>
            <a:r>
              <a:rPr lang="en-US" dirty="0"/>
              <a:t>Exported as CSV for Python and Power BI analysis</a:t>
            </a:r>
          </a:p>
          <a:p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val="1370555573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23" name="Rectangle 22">
            <a:extLst>
              <a:ext uri="{FF2B5EF4-FFF2-40B4-BE49-F238E27FC236}">
                <a16:creationId xmlns:a16="http://schemas.microsoft.com/office/drawing/2014/main" id="{0D7B6173-1D58-48E2-83CF-37350F315F75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-1"/>
            <a:ext cx="12188952" cy="6858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5" name="Rectangle 24">
            <a:extLst>
              <a:ext uri="{FF2B5EF4-FFF2-40B4-BE49-F238E27FC236}">
                <a16:creationId xmlns:a16="http://schemas.microsoft.com/office/drawing/2014/main" id="{02EBFA83-D4DB-4CA0-B229-9E44634D7FE9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88952" cy="6858000"/>
          </a:xfrm>
          <a:prstGeom prst="rect">
            <a:avLst/>
          </a:prstGeom>
          <a:solidFill>
            <a:schemeClr val="bg2">
              <a:alpha val="5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pic>
        <p:nvPicPr>
          <p:cNvPr id="27" name="Picture 26">
            <a:extLst>
              <a:ext uri="{FF2B5EF4-FFF2-40B4-BE49-F238E27FC236}">
                <a16:creationId xmlns:a16="http://schemas.microsoft.com/office/drawing/2014/main" id="{B0DAC8FB-A162-44E3-A606-C855A03A5B09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PicPr>
            <a:picLocks noGrp="1" noRot="1" noChangeAspect="1" noMove="1" noResize="1" noEditPoints="1" noAdjustHandles="1" noChangeArrowheads="1" noChangeShapeType="1" noCrop="1"/>
          </p:cNvPic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0"/>
            <a:ext cx="12188952" cy="6862380"/>
          </a:xfrm>
          <a:prstGeom prst="rect">
            <a:avLst/>
          </a:prstGeom>
        </p:spPr>
      </p:pic>
      <p:sp>
        <p:nvSpPr>
          <p:cNvPr id="29" name="Rectangle 28">
            <a:extLst>
              <a:ext uri="{FF2B5EF4-FFF2-40B4-BE49-F238E27FC236}">
                <a16:creationId xmlns:a16="http://schemas.microsoft.com/office/drawing/2014/main" id="{21BDEC81-16A7-4451-B893-C15000083B77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88952" cy="6858000"/>
          </a:xfrm>
          <a:prstGeom prst="rect">
            <a:avLst/>
          </a:prstGeom>
          <a:solidFill>
            <a:schemeClr val="accent1">
              <a:alpha val="2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31" name="Rectangle 30">
            <a:extLst>
              <a:ext uri="{FF2B5EF4-FFF2-40B4-BE49-F238E27FC236}">
                <a16:creationId xmlns:a16="http://schemas.microsoft.com/office/drawing/2014/main" id="{26A515A1-4D80-430E-BE0A-71A290516A82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538542" y="729175"/>
            <a:ext cx="11099352" cy="5399650"/>
          </a:xfrm>
          <a:prstGeom prst="rect">
            <a:avLst/>
          </a:prstGeom>
          <a:solidFill>
            <a:schemeClr val="bg1"/>
          </a:solidFill>
          <a:ln w="34925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b="1">
              <a:ln w="22225">
                <a:solidFill>
                  <a:schemeClr val="accent2"/>
                </a:solidFill>
                <a:prstDash val="solid"/>
              </a:ln>
              <a:solidFill>
                <a:schemeClr val="accent2">
                  <a:lumMod val="40000"/>
                  <a:lumOff val="60000"/>
                </a:schemeClr>
              </a:solidFill>
            </a:endParaRPr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B75E1EB7-DA67-F4C3-B621-8156211E5DB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597016" y="905011"/>
            <a:ext cx="4589328" cy="1889135"/>
          </a:xfrm>
        </p:spPr>
        <p:txBody>
          <a:bodyPr vert="horz" lIns="91440" tIns="45720" rIns="91440" bIns="45720" rtlCol="0" anchor="b">
            <a:normAutofit/>
          </a:bodyPr>
          <a:lstStyle/>
          <a:p>
            <a:r>
              <a:rPr lang="en-US" sz="4800" kern="1200">
                <a:solidFill>
                  <a:schemeClr val="tx1"/>
                </a:solidFill>
                <a:latin typeface="+mj-lt"/>
                <a:ea typeface="+mj-ea"/>
                <a:cs typeface="+mj-cs"/>
              </a:rPr>
              <a:t>SQL Data Analysis</a:t>
            </a:r>
          </a:p>
        </p:txBody>
      </p:sp>
      <p:pic>
        <p:nvPicPr>
          <p:cNvPr id="9" name="Content Placeholder 8">
            <a:extLst>
              <a:ext uri="{FF2B5EF4-FFF2-40B4-BE49-F238E27FC236}">
                <a16:creationId xmlns:a16="http://schemas.microsoft.com/office/drawing/2014/main" id="{6C49ED39-802C-FFFE-1749-DB7CA9D3A5DC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720807" y="1654243"/>
            <a:ext cx="5468347" cy="3540754"/>
          </a:xfrm>
          <a:prstGeom prst="rect">
            <a:avLst/>
          </a:prstGeom>
        </p:spPr>
      </p:pic>
      <p:sp>
        <p:nvSpPr>
          <p:cNvPr id="10" name="TextBox 9">
            <a:extLst>
              <a:ext uri="{FF2B5EF4-FFF2-40B4-BE49-F238E27FC236}">
                <a16:creationId xmlns:a16="http://schemas.microsoft.com/office/drawing/2014/main" id="{CE74EF8D-9F3D-C8D8-E067-E98503466AA7}"/>
              </a:ext>
            </a:extLst>
          </p:cNvPr>
          <p:cNvSpPr txBox="1"/>
          <p:nvPr/>
        </p:nvSpPr>
        <p:spPr>
          <a:xfrm>
            <a:off x="6597016" y="2965592"/>
            <a:ext cx="4589328" cy="2987397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indent="-228600">
              <a:lnSpc>
                <a:spcPct val="90000"/>
              </a:lnSpc>
              <a:spcAft>
                <a:spcPts val="600"/>
              </a:spcAft>
              <a:buFont typeface="Arial" panose="020B0604020202020204" pitchFamily="34" charset="0"/>
              <a:buChar char="•"/>
            </a:pPr>
            <a:r>
              <a:rPr lang="en-US" b="1" dirty="0"/>
              <a:t>Key Findings:</a:t>
            </a:r>
            <a:endParaRPr lang="en-US" b="1"/>
          </a:p>
          <a:p>
            <a:pPr marL="285750" indent="-228600">
              <a:lnSpc>
                <a:spcPct val="90000"/>
              </a:lnSpc>
              <a:spcAft>
                <a:spcPts val="600"/>
              </a:spcAft>
              <a:buFont typeface="Arial" panose="020B0604020202020204" pitchFamily="34" charset="0"/>
              <a:buChar char="•"/>
            </a:pPr>
            <a:r>
              <a:rPr lang="en-US" dirty="0"/>
              <a:t>R&amp;D Spend shows strong positive relation with profit </a:t>
            </a:r>
            <a:endParaRPr lang="en-US"/>
          </a:p>
          <a:p>
            <a:pPr marL="285750" indent="-228600">
              <a:lnSpc>
                <a:spcPct val="90000"/>
              </a:lnSpc>
              <a:spcAft>
                <a:spcPts val="600"/>
              </a:spcAft>
              <a:buFont typeface="Arial" panose="020B0604020202020204" pitchFamily="34" charset="0"/>
              <a:buChar char="•"/>
            </a:pPr>
            <a:r>
              <a:rPr lang="en-US" dirty="0"/>
              <a:t>Marketing Spend also increases profit </a:t>
            </a:r>
            <a:endParaRPr lang="en-US"/>
          </a:p>
          <a:p>
            <a:pPr marL="285750" indent="-228600">
              <a:lnSpc>
                <a:spcPct val="90000"/>
              </a:lnSpc>
              <a:spcAft>
                <a:spcPts val="600"/>
              </a:spcAft>
              <a:buFont typeface="Arial" panose="020B0604020202020204" pitchFamily="34" charset="0"/>
              <a:buChar char="•"/>
            </a:pPr>
            <a:r>
              <a:rPr lang="en-US" dirty="0"/>
              <a:t>Administration has weaker impact on profit </a:t>
            </a:r>
            <a:endParaRPr lang="en-US"/>
          </a:p>
          <a:p>
            <a:pPr marL="285750" indent="-228600">
              <a:lnSpc>
                <a:spcPct val="90000"/>
              </a:lnSpc>
              <a:spcAft>
                <a:spcPts val="600"/>
              </a:spcAft>
              <a:buFont typeface="Arial" panose="020B0604020202020204" pitchFamily="34" charset="0"/>
              <a:buChar char="•"/>
            </a:pPr>
            <a:r>
              <a:rPr lang="en-US" dirty="0"/>
              <a:t>No missing values found in dataset</a:t>
            </a:r>
            <a:endParaRPr lang="en-US"/>
          </a:p>
          <a:p>
            <a:pPr indent="-228600">
              <a:lnSpc>
                <a:spcPct val="90000"/>
              </a:lnSpc>
              <a:spcAft>
                <a:spcPts val="600"/>
              </a:spcAft>
              <a:buFont typeface="Arial" panose="020B0604020202020204" pitchFamily="34" charset="0"/>
              <a:buChar char="•"/>
            </a:pPr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60122385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" name="Freeform 6">
            <a:extLst>
              <a:ext uri="{FF2B5EF4-FFF2-40B4-BE49-F238E27FC236}">
                <a16:creationId xmlns:a16="http://schemas.microsoft.com/office/drawing/2014/main" id="{69D184B2-2226-4E31-BCCB-444330767440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 bwMode="auto">
          <a:xfrm>
            <a:off x="11118533" y="918266"/>
            <a:ext cx="706127" cy="5863534"/>
          </a:xfrm>
          <a:custGeom>
            <a:avLst/>
            <a:gdLst>
              <a:gd name="T0" fmla="*/ 414 w 414"/>
              <a:gd name="T1" fmla="*/ 2447 h 2447"/>
              <a:gd name="T2" fmla="*/ 0 w 414"/>
              <a:gd name="T3" fmla="*/ 2247 h 2447"/>
              <a:gd name="T4" fmla="*/ 0 w 414"/>
              <a:gd name="T5" fmla="*/ 0 h 2447"/>
              <a:gd name="T6" fmla="*/ 414 w 414"/>
              <a:gd name="T7" fmla="*/ 200 h 2447"/>
              <a:gd name="T8" fmla="*/ 414 w 414"/>
              <a:gd name="T9" fmla="*/ 2447 h 2447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</a:cxnLst>
            <a:rect l="0" t="0" r="r" b="b"/>
            <a:pathLst>
              <a:path w="414" h="2447">
                <a:moveTo>
                  <a:pt x="414" y="2447"/>
                </a:moveTo>
                <a:lnTo>
                  <a:pt x="0" y="2247"/>
                </a:lnTo>
                <a:lnTo>
                  <a:pt x="0" y="0"/>
                </a:lnTo>
                <a:lnTo>
                  <a:pt x="414" y="200"/>
                </a:lnTo>
                <a:lnTo>
                  <a:pt x="414" y="2447"/>
                </a:lnTo>
                <a:close/>
              </a:path>
            </a:pathLst>
          </a:custGeom>
          <a:solidFill>
            <a:schemeClr val="accent1">
              <a:lumMod val="75000"/>
            </a:schemeClr>
          </a:solidFill>
          <a:ln>
            <a:noFill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n-US"/>
          </a:p>
        </p:txBody>
      </p:sp>
      <p:sp>
        <p:nvSpPr>
          <p:cNvPr id="19" name="Freeform 7">
            <a:extLst>
              <a:ext uri="{FF2B5EF4-FFF2-40B4-BE49-F238E27FC236}">
                <a16:creationId xmlns:a16="http://schemas.microsoft.com/office/drawing/2014/main" id="{1AC4D4E3-486A-464A-8EC8-D44881097267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 bwMode="auto">
          <a:xfrm>
            <a:off x="11117879" y="643467"/>
            <a:ext cx="420307" cy="5668919"/>
          </a:xfrm>
          <a:custGeom>
            <a:avLst/>
            <a:gdLst>
              <a:gd name="T0" fmla="*/ 209 w 209"/>
              <a:gd name="T1" fmla="*/ 2246 h 2358"/>
              <a:gd name="T2" fmla="*/ 0 w 209"/>
              <a:gd name="T3" fmla="*/ 2358 h 2358"/>
              <a:gd name="T4" fmla="*/ 0 w 209"/>
              <a:gd name="T5" fmla="*/ 111 h 2358"/>
              <a:gd name="T6" fmla="*/ 209 w 209"/>
              <a:gd name="T7" fmla="*/ 0 h 2358"/>
              <a:gd name="T8" fmla="*/ 209 w 209"/>
              <a:gd name="T9" fmla="*/ 2246 h 2358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</a:cxnLst>
            <a:rect l="0" t="0" r="r" b="b"/>
            <a:pathLst>
              <a:path w="209" h="2358">
                <a:moveTo>
                  <a:pt x="209" y="2246"/>
                </a:moveTo>
                <a:lnTo>
                  <a:pt x="0" y="2358"/>
                </a:lnTo>
                <a:lnTo>
                  <a:pt x="0" y="111"/>
                </a:lnTo>
                <a:lnTo>
                  <a:pt x="209" y="0"/>
                </a:lnTo>
                <a:lnTo>
                  <a:pt x="209" y="2246"/>
                </a:lnTo>
                <a:close/>
              </a:path>
            </a:pathLst>
          </a:custGeom>
          <a:solidFill>
            <a:schemeClr val="accent1">
              <a:lumMod val="50000"/>
            </a:schemeClr>
          </a:solidFill>
          <a:ln>
            <a:noFill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n-US"/>
          </a:p>
        </p:txBody>
      </p:sp>
      <p:sp>
        <p:nvSpPr>
          <p:cNvPr id="20" name="Rectangle 19">
            <a:extLst>
              <a:ext uri="{FF2B5EF4-FFF2-40B4-BE49-F238E27FC236}">
                <a16:creationId xmlns:a16="http://schemas.microsoft.com/office/drawing/2014/main" id="{864DE13E-58EB-4475-B79C-0D4FC651239B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 bwMode="auto">
          <a:xfrm>
            <a:off x="638387" y="643467"/>
            <a:ext cx="10933503" cy="5391944"/>
          </a:xfrm>
          <a:prstGeom prst="rect">
            <a:avLst/>
          </a:prstGeom>
          <a:solidFill>
            <a:srgbClr val="FFFFFF"/>
          </a:solidFill>
          <a:ln w="12700">
            <a:solidFill>
              <a:schemeClr val="accent1"/>
            </a:solidFill>
            <a:miter lim="800000"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n-US"/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64605A74-B5C0-85F2-65E6-29FE40F297CA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101889" y="1088571"/>
            <a:ext cx="4616434" cy="4082143"/>
          </a:xfrm>
          <a:prstGeom prst="rect">
            <a:avLst/>
          </a:prstGeom>
        </p:spPr>
      </p:pic>
      <p:cxnSp>
        <p:nvCxnSpPr>
          <p:cNvPr id="18" name="Straight Connector 17">
            <a:extLst>
              <a:ext uri="{FF2B5EF4-FFF2-40B4-BE49-F238E27FC236}">
                <a16:creationId xmlns:a16="http://schemas.microsoft.com/office/drawing/2014/main" id="{02E9B2EE-76CA-47F3-9977-3F2FCB7FD252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CxnSpPr>
            <a:cxnSpLocks noGrp="1" noRot="1" noChangeAspect="1" noMove="1" noResize="1" noEditPoints="1" noAdjustHandles="1" noChangeArrowheads="1" noChangeShapeType="1"/>
          </p:cNvCxn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CxnSpPr>
        <p:spPr>
          <a:xfrm>
            <a:off x="6096000" y="1739239"/>
            <a:ext cx="0" cy="3200400"/>
          </a:xfrm>
          <a:prstGeom prst="line">
            <a:avLst/>
          </a:prstGeom>
          <a:ln w="12700">
            <a:solidFill>
              <a:schemeClr val="accent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pic>
        <p:nvPicPr>
          <p:cNvPr id="7" name="Picture 6">
            <a:extLst>
              <a:ext uri="{FF2B5EF4-FFF2-40B4-BE49-F238E27FC236}">
                <a16:creationId xmlns:a16="http://schemas.microsoft.com/office/drawing/2014/main" id="{2A1A61B8-36E9-7FAC-F95F-C5C35D7DD45C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6473678" y="1088572"/>
            <a:ext cx="4644528" cy="4082142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267383466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11" name="Rectangle 10">
            <a:extLst>
              <a:ext uri="{FF2B5EF4-FFF2-40B4-BE49-F238E27FC236}">
                <a16:creationId xmlns:a16="http://schemas.microsoft.com/office/drawing/2014/main" id="{0D7B6173-1D58-48E2-83CF-37350F315F75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-1"/>
            <a:ext cx="12188952" cy="6858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3" name="Rectangle 12">
            <a:extLst>
              <a:ext uri="{FF2B5EF4-FFF2-40B4-BE49-F238E27FC236}">
                <a16:creationId xmlns:a16="http://schemas.microsoft.com/office/drawing/2014/main" id="{02EBFA83-D4DB-4CA0-B229-9E44634D7FE9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88952" cy="6858000"/>
          </a:xfrm>
          <a:prstGeom prst="rect">
            <a:avLst/>
          </a:prstGeom>
          <a:solidFill>
            <a:schemeClr val="bg2">
              <a:alpha val="5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pic>
        <p:nvPicPr>
          <p:cNvPr id="15" name="Picture 14">
            <a:extLst>
              <a:ext uri="{FF2B5EF4-FFF2-40B4-BE49-F238E27FC236}">
                <a16:creationId xmlns:a16="http://schemas.microsoft.com/office/drawing/2014/main" id="{B0DAC8FB-A162-44E3-A606-C855A03A5B09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PicPr>
            <a:picLocks noGrp="1" noRot="1" noChangeAspect="1" noMove="1" noResize="1" noEditPoints="1" noAdjustHandles="1" noChangeArrowheads="1" noChangeShapeType="1" noCrop="1"/>
          </p:cNvPic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0"/>
            <a:ext cx="12188952" cy="6862380"/>
          </a:xfrm>
          <a:prstGeom prst="rect">
            <a:avLst/>
          </a:prstGeom>
        </p:spPr>
      </p:pic>
      <p:sp>
        <p:nvSpPr>
          <p:cNvPr id="17" name="Rectangle 16">
            <a:extLst>
              <a:ext uri="{FF2B5EF4-FFF2-40B4-BE49-F238E27FC236}">
                <a16:creationId xmlns:a16="http://schemas.microsoft.com/office/drawing/2014/main" id="{21BDEC81-16A7-4451-B893-C15000083B77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88952" cy="6858000"/>
          </a:xfrm>
          <a:prstGeom prst="rect">
            <a:avLst/>
          </a:prstGeom>
          <a:solidFill>
            <a:schemeClr val="accent1">
              <a:alpha val="2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19" name="Rectangle 18">
            <a:extLst>
              <a:ext uri="{FF2B5EF4-FFF2-40B4-BE49-F238E27FC236}">
                <a16:creationId xmlns:a16="http://schemas.microsoft.com/office/drawing/2014/main" id="{26A515A1-4D80-430E-BE0A-71A290516A82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538542" y="729175"/>
            <a:ext cx="11099352" cy="5399650"/>
          </a:xfrm>
          <a:prstGeom prst="rect">
            <a:avLst/>
          </a:prstGeom>
          <a:solidFill>
            <a:schemeClr val="bg1"/>
          </a:solidFill>
          <a:ln w="34925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b="1">
              <a:ln w="22225">
                <a:solidFill>
                  <a:schemeClr val="accent2"/>
                </a:solidFill>
                <a:prstDash val="solid"/>
              </a:ln>
              <a:solidFill>
                <a:schemeClr val="accent2">
                  <a:lumMod val="40000"/>
                  <a:lumOff val="60000"/>
                </a:schemeClr>
              </a:solidFill>
            </a:endParaRPr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E1A501C0-0463-BEEA-5CA7-01DD82958FE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597016" y="905011"/>
            <a:ext cx="4589328" cy="1889135"/>
          </a:xfrm>
        </p:spPr>
        <p:txBody>
          <a:bodyPr vert="horz" lIns="91440" tIns="45720" rIns="91440" bIns="45720" rtlCol="0" anchor="b">
            <a:normAutofit/>
          </a:bodyPr>
          <a:lstStyle/>
          <a:p>
            <a:r>
              <a:rPr lang="en-US" sz="4100" kern="1200">
                <a:solidFill>
                  <a:schemeClr val="tx1"/>
                </a:solidFill>
                <a:latin typeface="+mj-lt"/>
                <a:ea typeface="+mj-ea"/>
                <a:cs typeface="+mj-cs"/>
              </a:rPr>
              <a:t>Linear Regression Analysis</a:t>
            </a:r>
          </a:p>
        </p:txBody>
      </p:sp>
      <p:pic>
        <p:nvPicPr>
          <p:cNvPr id="5" name="Content Placeholder 4">
            <a:extLst>
              <a:ext uri="{FF2B5EF4-FFF2-40B4-BE49-F238E27FC236}">
                <a16:creationId xmlns:a16="http://schemas.microsoft.com/office/drawing/2014/main" id="{23C4312F-3ACB-F4D8-F2CA-5B068275B717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720807" y="2467659"/>
            <a:ext cx="5468347" cy="1913921"/>
          </a:xfrm>
          <a:prstGeom prst="rect">
            <a:avLst/>
          </a:prstGeom>
        </p:spPr>
      </p:pic>
      <p:sp>
        <p:nvSpPr>
          <p:cNvPr id="6" name="TextBox 5">
            <a:extLst>
              <a:ext uri="{FF2B5EF4-FFF2-40B4-BE49-F238E27FC236}">
                <a16:creationId xmlns:a16="http://schemas.microsoft.com/office/drawing/2014/main" id="{FABC9390-20D0-4E52-724C-C1402C45CCCB}"/>
              </a:ext>
            </a:extLst>
          </p:cNvPr>
          <p:cNvSpPr txBox="1"/>
          <p:nvPr/>
        </p:nvSpPr>
        <p:spPr>
          <a:xfrm>
            <a:off x="6597016" y="2965592"/>
            <a:ext cx="4589328" cy="2987397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marL="285750" indent="-228600">
              <a:lnSpc>
                <a:spcPct val="90000"/>
              </a:lnSpc>
              <a:spcAft>
                <a:spcPts val="600"/>
              </a:spcAft>
              <a:buFont typeface="Arial" panose="020B0604020202020204" pitchFamily="34" charset="0"/>
              <a:buChar char="•"/>
            </a:pPr>
            <a:r>
              <a:rPr lang="en-US" dirty="0"/>
              <a:t>Linear Regression model was trained using:</a:t>
            </a:r>
            <a:endParaRPr lang="en-US"/>
          </a:p>
          <a:p>
            <a:pPr marL="285750" indent="-228600">
              <a:lnSpc>
                <a:spcPct val="90000"/>
              </a:lnSpc>
              <a:spcAft>
                <a:spcPts val="600"/>
              </a:spcAft>
              <a:buFont typeface="Arial" panose="020B0604020202020204" pitchFamily="34" charset="0"/>
              <a:buChar char="•"/>
            </a:pPr>
            <a:r>
              <a:rPr lang="en-US"/>
              <a:t>RD_Spend</a:t>
            </a:r>
            <a:r>
              <a:rPr lang="en-US" dirty="0"/>
              <a:t> </a:t>
            </a:r>
            <a:endParaRPr lang="en-US"/>
          </a:p>
          <a:p>
            <a:pPr marL="285750" indent="-228600">
              <a:lnSpc>
                <a:spcPct val="90000"/>
              </a:lnSpc>
              <a:spcAft>
                <a:spcPts val="600"/>
              </a:spcAft>
              <a:buFont typeface="Arial" panose="020B0604020202020204" pitchFamily="34" charset="0"/>
              <a:buChar char="•"/>
            </a:pPr>
            <a:r>
              <a:rPr lang="en-US" dirty="0"/>
              <a:t>Administration </a:t>
            </a:r>
            <a:endParaRPr lang="en-US"/>
          </a:p>
          <a:p>
            <a:pPr marL="285750" indent="-228600">
              <a:lnSpc>
                <a:spcPct val="90000"/>
              </a:lnSpc>
              <a:spcAft>
                <a:spcPts val="600"/>
              </a:spcAft>
              <a:buFont typeface="Arial" panose="020B0604020202020204" pitchFamily="34" charset="0"/>
              <a:buChar char="•"/>
            </a:pPr>
            <a:r>
              <a:rPr lang="en-US"/>
              <a:t>Marketing_Spend</a:t>
            </a:r>
            <a:r>
              <a:rPr lang="en-US" dirty="0"/>
              <a:t> </a:t>
            </a:r>
            <a:endParaRPr lang="en-US"/>
          </a:p>
          <a:p>
            <a:pPr marL="285750" indent="-228600">
              <a:lnSpc>
                <a:spcPct val="90000"/>
              </a:lnSpc>
              <a:spcAft>
                <a:spcPts val="600"/>
              </a:spcAft>
              <a:buFont typeface="Arial" panose="020B0604020202020204" pitchFamily="34" charset="0"/>
              <a:buChar char="•"/>
            </a:pPr>
            <a:r>
              <a:rPr lang="en-US" dirty="0"/>
              <a:t>Target variable:</a:t>
            </a:r>
            <a:endParaRPr lang="en-US"/>
          </a:p>
          <a:p>
            <a:pPr marL="285750" indent="-228600">
              <a:lnSpc>
                <a:spcPct val="90000"/>
              </a:lnSpc>
              <a:spcAft>
                <a:spcPts val="600"/>
              </a:spcAft>
              <a:buFont typeface="Arial" panose="020B0604020202020204" pitchFamily="34" charset="0"/>
              <a:buChar char="•"/>
            </a:pPr>
            <a:r>
              <a:rPr lang="en-US" dirty="0"/>
              <a:t>Profit</a:t>
            </a:r>
            <a:endParaRPr lang="en-US"/>
          </a:p>
          <a:p>
            <a:pPr indent="-228600">
              <a:lnSpc>
                <a:spcPct val="90000"/>
              </a:lnSpc>
              <a:spcAft>
                <a:spcPts val="600"/>
              </a:spcAft>
              <a:buFont typeface="Arial" panose="020B0604020202020204" pitchFamily="34" charset="0"/>
              <a:buChar char="•"/>
            </a:pPr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378172937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Picture 2">
            <a:extLst>
              <a:ext uri="{FF2B5EF4-FFF2-40B4-BE49-F238E27FC236}">
                <a16:creationId xmlns:a16="http://schemas.microsoft.com/office/drawing/2014/main" id="{98589C76-534C-1920-7C1A-70D22A121B28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3066288" y="3429000"/>
            <a:ext cx="5525271" cy="2200582"/>
          </a:xfrm>
          <a:prstGeom prst="rect">
            <a:avLst/>
          </a:prstGeom>
        </p:spPr>
      </p:pic>
      <p:pic>
        <p:nvPicPr>
          <p:cNvPr id="9" name="Picture 8">
            <a:extLst>
              <a:ext uri="{FF2B5EF4-FFF2-40B4-BE49-F238E27FC236}">
                <a16:creationId xmlns:a16="http://schemas.microsoft.com/office/drawing/2014/main" id="{B27F60E4-223B-2D23-6DC7-2B00FBB58F42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754055" y="1023092"/>
            <a:ext cx="10116962" cy="1454932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50176961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Picture 2">
            <a:extLst>
              <a:ext uri="{FF2B5EF4-FFF2-40B4-BE49-F238E27FC236}">
                <a16:creationId xmlns:a16="http://schemas.microsoft.com/office/drawing/2014/main" id="{968F576C-E59C-59F1-4D0B-97EA089E3267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478552"/>
            <a:ext cx="12042648" cy="2340864"/>
          </a:xfrm>
          <a:prstGeom prst="rect">
            <a:avLst/>
          </a:prstGeom>
        </p:spPr>
      </p:pic>
      <p:pic>
        <p:nvPicPr>
          <p:cNvPr id="5" name="Picture 4">
            <a:extLst>
              <a:ext uri="{FF2B5EF4-FFF2-40B4-BE49-F238E27FC236}">
                <a16:creationId xmlns:a16="http://schemas.microsoft.com/office/drawing/2014/main" id="{605C37E2-5E4C-22A1-6FA8-866D50A2D2C9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76635" y="3429000"/>
            <a:ext cx="11966013" cy="2340864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088633770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15" name="Rectangle 14">
            <a:extLst>
              <a:ext uri="{FF2B5EF4-FFF2-40B4-BE49-F238E27FC236}">
                <a16:creationId xmlns:a16="http://schemas.microsoft.com/office/drawing/2014/main" id="{0D7B6173-1D58-48E2-83CF-37350F315F75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-1"/>
            <a:ext cx="12188952" cy="6858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7" name="Rectangle 16">
            <a:extLst>
              <a:ext uri="{FF2B5EF4-FFF2-40B4-BE49-F238E27FC236}">
                <a16:creationId xmlns:a16="http://schemas.microsoft.com/office/drawing/2014/main" id="{02EBFA83-D4DB-4CA0-B229-9E44634D7FE9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88952" cy="6858000"/>
          </a:xfrm>
          <a:prstGeom prst="rect">
            <a:avLst/>
          </a:prstGeom>
          <a:solidFill>
            <a:schemeClr val="bg2">
              <a:alpha val="5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pic>
        <p:nvPicPr>
          <p:cNvPr id="14" name="Picture 13">
            <a:extLst>
              <a:ext uri="{FF2B5EF4-FFF2-40B4-BE49-F238E27FC236}">
                <a16:creationId xmlns:a16="http://schemas.microsoft.com/office/drawing/2014/main" id="{B0DAC8FB-A162-44E3-A606-C855A03A5B09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PicPr>
            <a:picLocks noGrp="1" noRot="1" noChangeAspect="1" noMove="1" noResize="1" noEditPoints="1" noAdjustHandles="1" noChangeArrowheads="1" noChangeShapeType="1" noCrop="1"/>
          </p:cNvPic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0"/>
            <a:ext cx="12188952" cy="6862380"/>
          </a:xfrm>
          <a:prstGeom prst="rect">
            <a:avLst/>
          </a:prstGeom>
        </p:spPr>
      </p:pic>
      <p:sp>
        <p:nvSpPr>
          <p:cNvPr id="16" name="Rectangle 15">
            <a:extLst>
              <a:ext uri="{FF2B5EF4-FFF2-40B4-BE49-F238E27FC236}">
                <a16:creationId xmlns:a16="http://schemas.microsoft.com/office/drawing/2014/main" id="{21BDEC81-16A7-4451-B893-C15000083B77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88952" cy="6858000"/>
          </a:xfrm>
          <a:prstGeom prst="rect">
            <a:avLst/>
          </a:prstGeom>
          <a:solidFill>
            <a:schemeClr val="accent1">
              <a:alpha val="2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18" name="Rectangle 17">
            <a:extLst>
              <a:ext uri="{FF2B5EF4-FFF2-40B4-BE49-F238E27FC236}">
                <a16:creationId xmlns:a16="http://schemas.microsoft.com/office/drawing/2014/main" id="{26A515A1-4D80-430E-BE0A-71A290516A82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538542" y="729175"/>
            <a:ext cx="11099352" cy="5399650"/>
          </a:xfrm>
          <a:prstGeom prst="rect">
            <a:avLst/>
          </a:prstGeom>
          <a:solidFill>
            <a:schemeClr val="bg1"/>
          </a:solidFill>
          <a:ln w="34925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b="1">
              <a:ln w="22225">
                <a:solidFill>
                  <a:schemeClr val="accent2"/>
                </a:solidFill>
                <a:prstDash val="solid"/>
              </a:ln>
              <a:solidFill>
                <a:schemeClr val="accent2">
                  <a:lumMod val="40000"/>
                  <a:lumOff val="60000"/>
                </a:schemeClr>
              </a:solidFill>
            </a:endParaRPr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DBAA0FEC-0585-51B0-1321-5E493E8E80F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597016" y="905011"/>
            <a:ext cx="4589328" cy="1889135"/>
          </a:xfrm>
        </p:spPr>
        <p:txBody>
          <a:bodyPr vert="horz" lIns="91440" tIns="45720" rIns="91440" bIns="45720" rtlCol="0" anchor="b">
            <a:normAutofit/>
          </a:bodyPr>
          <a:lstStyle/>
          <a:p>
            <a:r>
              <a:rPr lang="en-US" sz="4800" kern="1200">
                <a:solidFill>
                  <a:schemeClr val="tx1"/>
                </a:solidFill>
                <a:latin typeface="+mj-lt"/>
                <a:ea typeface="+mj-ea"/>
                <a:cs typeface="+mj-cs"/>
              </a:rPr>
              <a:t>Predicted Profit Results</a:t>
            </a:r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23D3B9A8-E9C1-08CB-2CFD-73C767BC916D}"/>
              </a:ext>
            </a:extLst>
          </p:cNvPr>
          <p:cNvSpPr txBox="1"/>
          <p:nvPr/>
        </p:nvSpPr>
        <p:spPr>
          <a:xfrm>
            <a:off x="6597016" y="2965592"/>
            <a:ext cx="4589328" cy="2987397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indent="-228600">
              <a:lnSpc>
                <a:spcPct val="90000"/>
              </a:lnSpc>
              <a:spcAft>
                <a:spcPts val="600"/>
              </a:spcAft>
              <a:buFont typeface="Arial" panose="020B0604020202020204" pitchFamily="34" charset="0"/>
              <a:buChar char="•"/>
            </a:pPr>
            <a:r>
              <a:rPr lang="en-US" b="1"/>
              <a:t>Observation:</a:t>
            </a:r>
          </a:p>
          <a:p>
            <a:pPr indent="-228600">
              <a:lnSpc>
                <a:spcPct val="90000"/>
              </a:lnSpc>
              <a:spcAft>
                <a:spcPts val="600"/>
              </a:spcAft>
              <a:buFont typeface="Arial" panose="020B0604020202020204" pitchFamily="34" charset="0"/>
              <a:buChar char="•"/>
            </a:pPr>
            <a:r>
              <a:rPr lang="en-US"/>
              <a:t>Higher R&amp;D and Marketing investments generally lead to higher profit predictions.</a:t>
            </a:r>
          </a:p>
          <a:p>
            <a:pPr indent="-228600">
              <a:lnSpc>
                <a:spcPct val="90000"/>
              </a:lnSpc>
              <a:spcAft>
                <a:spcPts val="600"/>
              </a:spcAft>
              <a:buFont typeface="Arial" panose="020B0604020202020204" pitchFamily="34" charset="0"/>
              <a:buChar char="•"/>
            </a:pPr>
            <a:endParaRPr lang="en-US"/>
          </a:p>
        </p:txBody>
      </p:sp>
      <p:graphicFrame>
        <p:nvGraphicFramePr>
          <p:cNvPr id="4" name="Content Placeholder 3">
            <a:extLst>
              <a:ext uri="{FF2B5EF4-FFF2-40B4-BE49-F238E27FC236}">
                <a16:creationId xmlns:a16="http://schemas.microsoft.com/office/drawing/2014/main" id="{8A4EB2E2-F946-7DFC-19BD-5F508BB4BD11}"/>
              </a:ext>
            </a:extLst>
          </p:cNvPr>
          <p:cNvGraphicFramePr>
            <a:graphicFrameLocks noGrp="1"/>
          </p:cNvGraphicFramePr>
          <p:nvPr>
            <p:ph idx="1"/>
            <p:extLst>
              <p:ext uri="{D42A27DB-BD31-4B8C-83A1-F6EECF244321}">
                <p14:modId xmlns:p14="http://schemas.microsoft.com/office/powerpoint/2010/main" val="249044285"/>
              </p:ext>
            </p:extLst>
          </p:nvPr>
        </p:nvGraphicFramePr>
        <p:xfrm>
          <a:off x="720807" y="2842660"/>
          <a:ext cx="5468349" cy="1163922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045772">
                  <a:extLst>
                    <a:ext uri="{9D8B030D-6E8A-4147-A177-3AD203B41FA5}">
                      <a16:colId xmlns:a16="http://schemas.microsoft.com/office/drawing/2014/main" val="1473826192"/>
                    </a:ext>
                  </a:extLst>
                </a:gridCol>
                <a:gridCol w="995878">
                  <a:extLst>
                    <a:ext uri="{9D8B030D-6E8A-4147-A177-3AD203B41FA5}">
                      <a16:colId xmlns:a16="http://schemas.microsoft.com/office/drawing/2014/main" val="4049740084"/>
                    </a:ext>
                  </a:extLst>
                </a:gridCol>
                <a:gridCol w="1385049">
                  <a:extLst>
                    <a:ext uri="{9D8B030D-6E8A-4147-A177-3AD203B41FA5}">
                      <a16:colId xmlns:a16="http://schemas.microsoft.com/office/drawing/2014/main" val="3616208625"/>
                    </a:ext>
                  </a:extLst>
                </a:gridCol>
                <a:gridCol w="1035793">
                  <a:extLst>
                    <a:ext uri="{9D8B030D-6E8A-4147-A177-3AD203B41FA5}">
                      <a16:colId xmlns:a16="http://schemas.microsoft.com/office/drawing/2014/main" val="111454767"/>
                    </a:ext>
                  </a:extLst>
                </a:gridCol>
                <a:gridCol w="1005857">
                  <a:extLst>
                    <a:ext uri="{9D8B030D-6E8A-4147-A177-3AD203B41FA5}">
                      <a16:colId xmlns:a16="http://schemas.microsoft.com/office/drawing/2014/main" val="2206629679"/>
                    </a:ext>
                  </a:extLst>
                </a:gridCol>
              </a:tblGrid>
              <a:tr h="531668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sz="1400"/>
                        <a:t>Prediction</a:t>
                      </a:r>
                    </a:p>
                  </a:txBody>
                  <a:tcPr marL="71847" marR="71847" marT="35923" marB="35923"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sz="1400"/>
                        <a:t>RD Spend</a:t>
                      </a:r>
                    </a:p>
                  </a:txBody>
                  <a:tcPr marL="71847" marR="71847" marT="35923" marB="35923"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sz="1400"/>
                        <a:t>Administration</a:t>
                      </a:r>
                    </a:p>
                  </a:txBody>
                  <a:tcPr marL="71847" marR="71847" marT="35923" marB="35923"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sz="1400"/>
                        <a:t>Marketing Spend</a:t>
                      </a:r>
                    </a:p>
                  </a:txBody>
                  <a:tcPr marL="71847" marR="71847" marT="35923" marB="35923"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sz="1400"/>
                        <a:t>Predicted Profit</a:t>
                      </a:r>
                    </a:p>
                  </a:txBody>
                  <a:tcPr marL="71847" marR="71847" marT="35923" marB="35923" anchor="ctr"/>
                </a:tc>
                <a:extLst>
                  <a:ext uri="{0D108BD9-81ED-4DB2-BD59-A6C34878D82A}">
                    <a16:rowId xmlns:a16="http://schemas.microsoft.com/office/drawing/2014/main" val="4259473590"/>
                  </a:ext>
                </a:extLst>
              </a:tr>
              <a:tr h="316127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sz="1400"/>
                        <a:t>1</a:t>
                      </a:r>
                    </a:p>
                  </a:txBody>
                  <a:tcPr marL="71847" marR="71847" marT="35923" marB="35923"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sz="1400"/>
                        <a:t>21892.92</a:t>
                      </a:r>
                    </a:p>
                  </a:txBody>
                  <a:tcPr marL="71847" marR="71847" marT="35923" marB="35923"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sz="1400"/>
                        <a:t>81910.77</a:t>
                      </a:r>
                    </a:p>
                  </a:txBody>
                  <a:tcPr marL="71847" marR="71847" marT="35923" marB="35923"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sz="1400"/>
                        <a:t>164270.7</a:t>
                      </a:r>
                    </a:p>
                  </a:txBody>
                  <a:tcPr marL="71847" marR="71847" marT="35923" marB="35923"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1400" u="none" kern="1200">
                          <a:solidFill>
                            <a:schemeClr val="dk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71236.89</a:t>
                      </a:r>
                      <a:endParaRPr lang="en-IN" sz="1400" u="none"/>
                    </a:p>
                  </a:txBody>
                  <a:tcPr marL="71847" marR="71847" marT="35923" marB="35923" anchor="ctr"/>
                </a:tc>
                <a:extLst>
                  <a:ext uri="{0D108BD9-81ED-4DB2-BD59-A6C34878D82A}">
                    <a16:rowId xmlns:a16="http://schemas.microsoft.com/office/drawing/2014/main" val="2166889473"/>
                  </a:ext>
                </a:extLst>
              </a:tr>
              <a:tr h="316127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sz="1400"/>
                        <a:t>2</a:t>
                      </a:r>
                    </a:p>
                  </a:txBody>
                  <a:tcPr marL="71847" marR="71847" marT="35923" marB="35923"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sz="1400"/>
                        <a:t>23940.93</a:t>
                      </a:r>
                    </a:p>
                  </a:txBody>
                  <a:tcPr marL="71847" marR="71847" marT="35923" marB="35923"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sz="1400"/>
                        <a:t>96489.63</a:t>
                      </a:r>
                    </a:p>
                  </a:txBody>
                  <a:tcPr marL="71847" marR="71847" marT="35923" marB="35923"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sz="1400"/>
                        <a:t>137001.1</a:t>
                      </a:r>
                    </a:p>
                  </a:txBody>
                  <a:tcPr marL="71847" marR="71847" marT="35923" marB="35923"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1400" u="none" kern="1200">
                          <a:solidFill>
                            <a:schemeClr val="dk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71040.76</a:t>
                      </a:r>
                      <a:endParaRPr lang="en-IN" sz="1400" u="none"/>
                    </a:p>
                  </a:txBody>
                  <a:tcPr marL="71847" marR="71847" marT="35923" marB="35923" anchor="ctr"/>
                </a:tc>
                <a:extLst>
                  <a:ext uri="{0D108BD9-81ED-4DB2-BD59-A6C34878D82A}">
                    <a16:rowId xmlns:a16="http://schemas.microsoft.com/office/drawing/2014/main" val="3247284189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3645382508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10" name="Rectangle 9">
            <a:extLst>
              <a:ext uri="{FF2B5EF4-FFF2-40B4-BE49-F238E27FC236}">
                <a16:creationId xmlns:a16="http://schemas.microsoft.com/office/drawing/2014/main" id="{A8384FB5-9ADC-4DDC-881B-597D56F5B15D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0" cy="6858000"/>
          </a:xfrm>
          <a:prstGeom prst="rect">
            <a:avLst/>
          </a:prstGeom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50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2" name="Rectangle 11">
            <a:extLst>
              <a:ext uri="{FF2B5EF4-FFF2-40B4-BE49-F238E27FC236}">
                <a16:creationId xmlns:a16="http://schemas.microsoft.com/office/drawing/2014/main" id="{1199E1B1-A8C0-4FE8-A5A8-1CB41D69F857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10800000" flipH="1">
            <a:off x="2" y="0"/>
            <a:ext cx="12191998" cy="1575955"/>
          </a:xfrm>
          <a:prstGeom prst="rect">
            <a:avLst/>
          </a:prstGeom>
          <a:gradFill>
            <a:gsLst>
              <a:gs pos="0">
                <a:srgbClr val="000000">
                  <a:alpha val="96000"/>
                </a:srgbClr>
              </a:gs>
              <a:gs pos="100000">
                <a:schemeClr val="accent1">
                  <a:lumMod val="75000"/>
                </a:schemeClr>
              </a:gs>
            </a:gsLst>
            <a:lin ang="60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4" name="Rectangle 13">
            <a:extLst>
              <a:ext uri="{FF2B5EF4-FFF2-40B4-BE49-F238E27FC236}">
                <a16:creationId xmlns:a16="http://schemas.microsoft.com/office/drawing/2014/main" id="{84A8DE83-DE75-4B41-9DB4-A7EC0B0DEC0B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8128856" cy="1575461"/>
          </a:xfrm>
          <a:prstGeom prst="rect">
            <a:avLst/>
          </a:prstGeom>
          <a:gradFill>
            <a:gsLst>
              <a:gs pos="0">
                <a:schemeClr val="accent1">
                  <a:alpha val="41000"/>
                </a:schemeClr>
              </a:gs>
              <a:gs pos="74000">
                <a:schemeClr val="accent1">
                  <a:lumMod val="60000"/>
                  <a:lumOff val="40000"/>
                  <a:alpha val="0"/>
                </a:schemeClr>
              </a:gs>
            </a:gsLst>
            <a:lin ang="84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6" name="Rectangle 15">
            <a:extLst>
              <a:ext uri="{FF2B5EF4-FFF2-40B4-BE49-F238E27FC236}">
                <a16:creationId xmlns:a16="http://schemas.microsoft.com/office/drawing/2014/main" id="{A7009A0A-BEF5-4EAC-AF15-E4F9F002E239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flipH="1">
            <a:off x="-3" y="-1"/>
            <a:ext cx="12192002" cy="1574311"/>
          </a:xfrm>
          <a:prstGeom prst="rect">
            <a:avLst/>
          </a:prstGeom>
          <a:gradFill>
            <a:gsLst>
              <a:gs pos="0">
                <a:srgbClr val="000000">
                  <a:alpha val="63000"/>
                </a:srgbClr>
              </a:gs>
              <a:gs pos="78000">
                <a:schemeClr val="accent1">
                  <a:alpha val="15000"/>
                </a:schemeClr>
              </a:gs>
            </a:gsLst>
            <a:lin ang="156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100A1446-5014-7ABC-F47E-81F53380C7B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99713" y="248038"/>
            <a:ext cx="7063721" cy="1159200"/>
          </a:xfr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z="3700" kern="1200">
                <a:solidFill>
                  <a:srgbClr val="FFFFFF"/>
                </a:solidFill>
                <a:latin typeface="+mj-lt"/>
                <a:ea typeface="+mj-ea"/>
                <a:cs typeface="+mj-cs"/>
              </a:rPr>
              <a:t>Power BI Dashboard Visualization</a:t>
            </a:r>
          </a:p>
        </p:txBody>
      </p:sp>
      <p:pic>
        <p:nvPicPr>
          <p:cNvPr id="5" name="Content Placeholder 4">
            <a:extLst>
              <a:ext uri="{FF2B5EF4-FFF2-40B4-BE49-F238E27FC236}">
                <a16:creationId xmlns:a16="http://schemas.microsoft.com/office/drawing/2014/main" id="{41ED9AA7-58CE-74A5-F223-A3ACB21E69ED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552980" y="1966293"/>
            <a:ext cx="9086039" cy="445216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32368240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16" name="Rectangle 15">
            <a:extLst>
              <a:ext uri="{FF2B5EF4-FFF2-40B4-BE49-F238E27FC236}">
                <a16:creationId xmlns:a16="http://schemas.microsoft.com/office/drawing/2014/main" id="{BACC6370-2D7E-4714-9D71-7542949D7D5D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0" cy="6858000"/>
          </a:xfrm>
          <a:prstGeom prst="rect">
            <a:avLst/>
          </a:prstGeom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50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8" name="Rectangle 17">
            <a:extLst>
              <a:ext uri="{FF2B5EF4-FFF2-40B4-BE49-F238E27FC236}">
                <a16:creationId xmlns:a16="http://schemas.microsoft.com/office/drawing/2014/main" id="{F68B3F68-107C-434F-AA38-110D5EA91B85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flipH="1">
            <a:off x="2" y="0"/>
            <a:ext cx="12191998" cy="2170031"/>
          </a:xfrm>
          <a:prstGeom prst="rect">
            <a:avLst/>
          </a:prstGeom>
          <a:gradFill>
            <a:gsLst>
              <a:gs pos="0">
                <a:srgbClr val="000000">
                  <a:alpha val="96000"/>
                </a:srgbClr>
              </a:gs>
              <a:gs pos="100000">
                <a:schemeClr val="accent1">
                  <a:lumMod val="75000"/>
                </a:schemeClr>
              </a:gs>
            </a:gsLst>
            <a:lin ang="198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0" name="Rectangle 19">
            <a:extLst>
              <a:ext uri="{FF2B5EF4-FFF2-40B4-BE49-F238E27FC236}">
                <a16:creationId xmlns:a16="http://schemas.microsoft.com/office/drawing/2014/main" id="{AAD0DBB9-1A4B-4391-81D4-CB19F9AB918A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flipH="1">
            <a:off x="8082819" y="0"/>
            <a:ext cx="4097211" cy="2170661"/>
          </a:xfrm>
          <a:prstGeom prst="rect">
            <a:avLst/>
          </a:prstGeom>
          <a:gradFill>
            <a:gsLst>
              <a:gs pos="19000">
                <a:schemeClr val="accent1">
                  <a:lumMod val="50000"/>
                  <a:alpha val="68000"/>
                </a:schemeClr>
              </a:gs>
              <a:gs pos="100000">
                <a:schemeClr val="accent1">
                  <a:alpha val="48000"/>
                </a:schemeClr>
              </a:gs>
            </a:gsLst>
            <a:lin ang="192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2" name="Rectangle 21">
            <a:extLst>
              <a:ext uri="{FF2B5EF4-FFF2-40B4-BE49-F238E27FC236}">
                <a16:creationId xmlns:a16="http://schemas.microsoft.com/office/drawing/2014/main" id="{063BBA22-50EA-4C4D-BE05-F1CE4E63AA56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16200000" flipH="1">
            <a:off x="5010646" y="-5010043"/>
            <a:ext cx="2170709" cy="12192000"/>
          </a:xfrm>
          <a:prstGeom prst="rect">
            <a:avLst/>
          </a:prstGeom>
          <a:gradFill>
            <a:gsLst>
              <a:gs pos="23000">
                <a:schemeClr val="accent1">
                  <a:lumMod val="75000"/>
                  <a:alpha val="16000"/>
                </a:schemeClr>
              </a:gs>
              <a:gs pos="99000">
                <a:srgbClr val="000000">
                  <a:alpha val="45000"/>
                </a:srgbClr>
              </a:gs>
            </a:gsLst>
            <a:lin ang="210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11C4BF95-86F5-9430-8DBE-1D6DB0C1DC7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383564" y="348865"/>
            <a:ext cx="9718111" cy="1576446"/>
          </a:xfrm>
        </p:spPr>
        <p:txBody>
          <a:bodyPr anchor="ctr">
            <a:normAutofit/>
          </a:bodyPr>
          <a:lstStyle/>
          <a:p>
            <a:r>
              <a:rPr lang="en-IN" sz="4000">
                <a:solidFill>
                  <a:srgbClr val="FFFFFF"/>
                </a:solidFill>
              </a:rPr>
              <a:t>Dashboard Insights:</a:t>
            </a:r>
          </a:p>
        </p:txBody>
      </p:sp>
      <p:graphicFrame>
        <p:nvGraphicFramePr>
          <p:cNvPr id="5" name="Content Placeholder 2">
            <a:extLst>
              <a:ext uri="{FF2B5EF4-FFF2-40B4-BE49-F238E27FC236}">
                <a16:creationId xmlns:a16="http://schemas.microsoft.com/office/drawing/2014/main" id="{764324FC-88E9-332E-DFA3-29703A1F5F58}"/>
              </a:ext>
            </a:extLst>
          </p:cNvPr>
          <p:cNvGraphicFramePr>
            <a:graphicFrameLocks noGrp="1"/>
          </p:cNvGraphicFramePr>
          <p:nvPr>
            <p:ph idx="1"/>
            <p:extLst>
              <p:ext uri="{D42A27DB-BD31-4B8C-83A1-F6EECF244321}">
                <p14:modId xmlns:p14="http://schemas.microsoft.com/office/powerpoint/2010/main" val="10643841"/>
              </p:ext>
            </p:extLst>
          </p:nvPr>
        </p:nvGraphicFramePr>
        <p:xfrm>
          <a:off x="644056" y="2615979"/>
          <a:ext cx="10927829" cy="3689405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2" r:lo="rId3" r:qs="rId4" r:cs="rId5"/>
          </a:graphicData>
        </a:graphic>
      </p:graphicFrame>
    </p:spTree>
    <p:extLst>
      <p:ext uri="{BB962C8B-B14F-4D97-AF65-F5344CB8AC3E}">
        <p14:creationId xmlns:p14="http://schemas.microsoft.com/office/powerpoint/2010/main" val="1584177520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9" name="Rectangle 8">
            <a:extLst>
              <a:ext uri="{FF2B5EF4-FFF2-40B4-BE49-F238E27FC236}">
                <a16:creationId xmlns:a16="http://schemas.microsoft.com/office/drawing/2014/main" id="{09588DA8-065E-4F6F-8EFD-43104AB2E0CF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0" cy="6858000"/>
          </a:xfrm>
          <a:prstGeom prst="rect">
            <a:avLst/>
          </a:prstGeom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50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 useBgFill="1">
        <p:nvSpPr>
          <p:cNvPr id="11" name="Rectangle 10">
            <a:extLst>
              <a:ext uri="{FF2B5EF4-FFF2-40B4-BE49-F238E27FC236}">
                <a16:creationId xmlns:a16="http://schemas.microsoft.com/office/drawing/2014/main" id="{C4285719-470E-454C-AF62-8323075F1F5B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88952" cy="6858000"/>
          </a:xfrm>
          <a:prstGeom prst="rect">
            <a:avLst/>
          </a:prstGeom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50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3" name="Rectangle 12">
            <a:extLst>
              <a:ext uri="{FF2B5EF4-FFF2-40B4-BE49-F238E27FC236}">
                <a16:creationId xmlns:a16="http://schemas.microsoft.com/office/drawing/2014/main" id="{CD9FE4EF-C4D8-49A0-B2FF-81D8DB7D8A24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5400000" flipH="1">
            <a:off x="-1410084" y="1410082"/>
            <a:ext cx="6858000" cy="4037836"/>
          </a:xfrm>
          <a:prstGeom prst="rect">
            <a:avLst/>
          </a:prstGeom>
          <a:gradFill>
            <a:gsLst>
              <a:gs pos="8000">
                <a:srgbClr val="000000"/>
              </a:gs>
              <a:gs pos="100000">
                <a:schemeClr val="accent1">
                  <a:lumMod val="75000"/>
                </a:schemeClr>
              </a:gs>
            </a:gsLst>
            <a:lin ang="30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5" name="Rectangle 14">
            <a:extLst>
              <a:ext uri="{FF2B5EF4-FFF2-40B4-BE49-F238E27FC236}">
                <a16:creationId xmlns:a16="http://schemas.microsoft.com/office/drawing/2014/main" id="{4300840D-0A0B-4512-BACA-B439D5B9C57C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5400000" flipH="1">
            <a:off x="-1410085" y="1420219"/>
            <a:ext cx="6857999" cy="4037839"/>
          </a:xfrm>
          <a:prstGeom prst="rect">
            <a:avLst/>
          </a:prstGeom>
          <a:gradFill>
            <a:gsLst>
              <a:gs pos="0">
                <a:srgbClr val="000000">
                  <a:alpha val="0"/>
                </a:srgbClr>
              </a:gs>
              <a:gs pos="99000">
                <a:schemeClr val="accent1">
                  <a:alpha val="46000"/>
                </a:schemeClr>
              </a:gs>
            </a:gsLst>
            <a:lin ang="18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7" name="Rectangle 16">
            <a:extLst>
              <a:ext uri="{FF2B5EF4-FFF2-40B4-BE49-F238E27FC236}">
                <a16:creationId xmlns:a16="http://schemas.microsoft.com/office/drawing/2014/main" id="{D2B78728-A580-49A7-84F9-6EF6F583ADE0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5400000" flipH="1">
            <a:off x="767923" y="3588085"/>
            <a:ext cx="2501979" cy="4037841"/>
          </a:xfrm>
          <a:prstGeom prst="rect">
            <a:avLst/>
          </a:prstGeom>
          <a:gradFill>
            <a:gsLst>
              <a:gs pos="2000">
                <a:schemeClr val="accent1">
                  <a:alpha val="29000"/>
                </a:schemeClr>
              </a:gs>
              <a:gs pos="100000">
                <a:srgbClr val="000000">
                  <a:alpha val="30000"/>
                </a:srgbClr>
              </a:gs>
            </a:gsLst>
            <a:lin ang="78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19" name="Freeform: Shape 18">
            <a:extLst>
              <a:ext uri="{FF2B5EF4-FFF2-40B4-BE49-F238E27FC236}">
                <a16:creationId xmlns:a16="http://schemas.microsoft.com/office/drawing/2014/main" id="{38FAA1A1-D861-433F-88FA-1E9D6FD31D11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20635413">
            <a:off x="-501737" y="969718"/>
            <a:ext cx="3900357" cy="4178958"/>
          </a:xfrm>
          <a:custGeom>
            <a:avLst/>
            <a:gdLst>
              <a:gd name="connsiteX0" fmla="*/ 2432225 w 3900357"/>
              <a:gd name="connsiteY0" fmla="*/ 93939 h 4178958"/>
              <a:gd name="connsiteX1" fmla="*/ 3900357 w 3900357"/>
              <a:gd name="connsiteY1" fmla="*/ 2089479 h 4178958"/>
              <a:gd name="connsiteX2" fmla="*/ 1810878 w 3900357"/>
              <a:gd name="connsiteY2" fmla="*/ 4178958 h 4178958"/>
              <a:gd name="connsiteX3" fmla="*/ 78249 w 3900357"/>
              <a:gd name="connsiteY3" fmla="*/ 3257727 h 4178958"/>
              <a:gd name="connsiteX4" fmla="*/ 0 w 3900357"/>
              <a:gd name="connsiteY4" fmla="*/ 3128923 h 4178958"/>
              <a:gd name="connsiteX5" fmla="*/ 831324 w 3900357"/>
              <a:gd name="connsiteY5" fmla="*/ 244281 h 4178958"/>
              <a:gd name="connsiteX6" fmla="*/ 997559 w 3900357"/>
              <a:gd name="connsiteY6" fmla="*/ 164202 h 4178958"/>
              <a:gd name="connsiteX7" fmla="*/ 1810878 w 3900357"/>
              <a:gd name="connsiteY7" fmla="*/ 0 h 4178958"/>
              <a:gd name="connsiteX8" fmla="*/ 2432225 w 3900357"/>
              <a:gd name="connsiteY8" fmla="*/ 93939 h 4178958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</a:cxnLst>
            <a:rect l="l" t="t" r="r" b="b"/>
            <a:pathLst>
              <a:path w="3900357" h="4178958">
                <a:moveTo>
                  <a:pt x="2432225" y="93939"/>
                </a:moveTo>
                <a:cubicBezTo>
                  <a:pt x="3282786" y="358491"/>
                  <a:pt x="3900357" y="1151865"/>
                  <a:pt x="3900357" y="2089479"/>
                </a:cubicBezTo>
                <a:cubicBezTo>
                  <a:pt x="3900357" y="3243466"/>
                  <a:pt x="2964865" y="4178958"/>
                  <a:pt x="1810878" y="4178958"/>
                </a:cubicBezTo>
                <a:cubicBezTo>
                  <a:pt x="1089636" y="4178958"/>
                  <a:pt x="453744" y="3813531"/>
                  <a:pt x="78249" y="3257727"/>
                </a:cubicBezTo>
                <a:lnTo>
                  <a:pt x="0" y="3128923"/>
                </a:lnTo>
                <a:lnTo>
                  <a:pt x="831324" y="244281"/>
                </a:lnTo>
                <a:lnTo>
                  <a:pt x="997559" y="164202"/>
                </a:lnTo>
                <a:cubicBezTo>
                  <a:pt x="1247540" y="58468"/>
                  <a:pt x="1522381" y="0"/>
                  <a:pt x="1810878" y="0"/>
                </a:cubicBezTo>
                <a:cubicBezTo>
                  <a:pt x="2027251" y="0"/>
                  <a:pt x="2235942" y="32888"/>
                  <a:pt x="2432225" y="93939"/>
                </a:cubicBezTo>
                <a:close/>
              </a:path>
            </a:pathLst>
          </a:custGeom>
          <a:gradFill>
            <a:gsLst>
              <a:gs pos="29000">
                <a:srgbClr val="000000">
                  <a:alpha val="0"/>
                </a:srgbClr>
              </a:gs>
              <a:gs pos="100000">
                <a:schemeClr val="accent1">
                  <a:alpha val="43000"/>
                </a:schemeClr>
              </a:gs>
            </a:gsLst>
            <a:lin ang="18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en-US" dirty="0"/>
          </a:p>
        </p:txBody>
      </p:sp>
      <p:sp>
        <p:nvSpPr>
          <p:cNvPr id="21" name="Rectangle 20">
            <a:extLst>
              <a:ext uri="{FF2B5EF4-FFF2-40B4-BE49-F238E27FC236}">
                <a16:creationId xmlns:a16="http://schemas.microsoft.com/office/drawing/2014/main" id="{8D71EDA1-87BF-4D5D-AB79-F346FD19278A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5400000" flipH="1">
            <a:off x="-1410093" y="1399943"/>
            <a:ext cx="6858003" cy="4037835"/>
          </a:xfrm>
          <a:prstGeom prst="rect">
            <a:avLst/>
          </a:prstGeom>
          <a:gradFill>
            <a:gsLst>
              <a:gs pos="0">
                <a:srgbClr val="000000">
                  <a:alpha val="0"/>
                </a:srgbClr>
              </a:gs>
              <a:gs pos="99000">
                <a:schemeClr val="accent1">
                  <a:lumMod val="60000"/>
                  <a:lumOff val="40000"/>
                  <a:alpha val="11000"/>
                </a:schemeClr>
              </a:gs>
            </a:gsLst>
            <a:lin ang="72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4504C029-F73F-0E24-1738-61A49EE7B2F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66722" y="586855"/>
            <a:ext cx="3201366" cy="3387497"/>
          </a:xfrm>
        </p:spPr>
        <p:txBody>
          <a:bodyPr anchor="b">
            <a:normAutofit/>
          </a:bodyPr>
          <a:lstStyle/>
          <a:p>
            <a:pPr algn="r"/>
            <a:r>
              <a:rPr lang="en-IN" sz="4000">
                <a:solidFill>
                  <a:srgbClr val="FFFFFF"/>
                </a:solidFill>
              </a:rPr>
              <a:t>Conclusion</a:t>
            </a:r>
          </a:p>
        </p:txBody>
      </p:sp>
      <p:sp>
        <p:nvSpPr>
          <p:cNvPr id="4" name="Rectangle 1">
            <a:extLst>
              <a:ext uri="{FF2B5EF4-FFF2-40B4-BE49-F238E27FC236}">
                <a16:creationId xmlns:a16="http://schemas.microsoft.com/office/drawing/2014/main" id="{A8173B37-D304-D45B-FC3E-BB23EFE831F2}"/>
              </a:ext>
            </a:extLst>
          </p:cNvPr>
          <p:cNvSpPr>
            <a:spLocks noGrp="1" noChangeArrowheads="1"/>
          </p:cNvSpPr>
          <p:nvPr>
            <p:ph idx="1"/>
          </p:nvPr>
        </p:nvSpPr>
        <p:spPr bwMode="auto">
          <a:xfrm>
            <a:off x="4810259" y="649480"/>
            <a:ext cx="6555347" cy="5546047"/>
          </a:xfrm>
          <a:prstGeom prst="rect">
            <a:avLst/>
          </a:prstGeom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lIns="91440" tIns="45720" rIns="91440" bIns="45720" numCol="1" anchor="ctr" anchorCtr="0" compatLnSpc="1">
            <a:prstTxWarp prst="textNoShape">
              <a:avLst/>
            </a:prstTxWarp>
            <a:normAutofit/>
          </a:bodyPr>
          <a:lstStyle/>
          <a:p>
            <a:pPr marL="0" marR="0" lvl="0" indent="0" defTabSz="914400" rtl="0" eaLnBrk="0" fontAlgn="base" latinLnBrk="0" hangingPunct="0">
              <a:spcBef>
                <a:spcPct val="0"/>
              </a:spcBef>
              <a:spcAft>
                <a:spcPts val="600"/>
              </a:spcAft>
              <a:buClrTx/>
              <a:buSzTx/>
              <a:buFontTx/>
              <a:buNone/>
              <a:tabLst/>
            </a:pPr>
            <a:endParaRPr kumimoji="0" lang="en-US" altLang="en-US" sz="2000" b="0" i="0" u="none" strike="noStrike" cap="none" normalizeH="0" baseline="0">
              <a:ln>
                <a:noFill/>
              </a:ln>
              <a:effectLst/>
              <a:latin typeface="Arial" panose="020B0604020202020204" pitchFamily="34" charset="0"/>
            </a:endParaRPr>
          </a:p>
          <a:p>
            <a:pPr marL="0" marR="0" lvl="0" indent="0" defTabSz="914400" rtl="0" eaLnBrk="0" fontAlgn="base" latinLnBrk="0" hangingPunct="0">
              <a:spcBef>
                <a:spcPct val="0"/>
              </a:spcBef>
              <a:spcAft>
                <a:spcPts val="600"/>
              </a:spcAft>
              <a:buClrTx/>
              <a:buSzTx/>
              <a:buFontTx/>
              <a:buChar char="•"/>
              <a:tabLst/>
            </a:pPr>
            <a:r>
              <a:rPr kumimoji="0" lang="en-US" altLang="en-US" sz="2000" b="0" i="0" u="none" strike="noStrike" cap="none" normalizeH="0" baseline="0">
                <a:ln>
                  <a:noFill/>
                </a:ln>
                <a:effectLst/>
                <a:latin typeface="Arial" panose="020B0604020202020204" pitchFamily="34" charset="0"/>
              </a:rPr>
              <a:t>R&amp;D Spend is the most influential factor affecting profit </a:t>
            </a:r>
          </a:p>
          <a:p>
            <a:pPr marL="0" marR="0" lvl="0" indent="0" defTabSz="914400" rtl="0" eaLnBrk="0" fontAlgn="base" latinLnBrk="0" hangingPunct="0">
              <a:spcBef>
                <a:spcPct val="0"/>
              </a:spcBef>
              <a:spcAft>
                <a:spcPts val="600"/>
              </a:spcAft>
              <a:buClrTx/>
              <a:buSzTx/>
              <a:buNone/>
              <a:tabLst/>
            </a:pPr>
            <a:endParaRPr kumimoji="0" lang="en-US" altLang="en-US" sz="2000" b="0" i="0" u="none" strike="noStrike" cap="none" normalizeH="0" baseline="0">
              <a:ln>
                <a:noFill/>
              </a:ln>
              <a:effectLst/>
              <a:latin typeface="Arial" panose="020B0604020202020204" pitchFamily="34" charset="0"/>
            </a:endParaRPr>
          </a:p>
          <a:p>
            <a:pPr marL="0" marR="0" lvl="0" indent="0" defTabSz="914400" rtl="0" eaLnBrk="0" fontAlgn="base" latinLnBrk="0" hangingPunct="0">
              <a:spcBef>
                <a:spcPct val="0"/>
              </a:spcBef>
              <a:spcAft>
                <a:spcPts val="600"/>
              </a:spcAft>
              <a:buClrTx/>
              <a:buSzTx/>
              <a:buFontTx/>
              <a:buChar char="•"/>
              <a:tabLst/>
            </a:pPr>
            <a:r>
              <a:rPr kumimoji="0" lang="en-US" altLang="en-US" sz="2000" b="0" i="0" u="none" strike="noStrike" cap="none" normalizeH="0" baseline="0">
                <a:ln>
                  <a:noFill/>
                </a:ln>
                <a:effectLst/>
                <a:latin typeface="Arial" panose="020B0604020202020204" pitchFamily="34" charset="0"/>
              </a:rPr>
              <a:t>Marketing investment also contributes positively </a:t>
            </a:r>
          </a:p>
          <a:p>
            <a:pPr marL="0" marR="0" lvl="0" indent="0" defTabSz="914400" rtl="0" eaLnBrk="0" fontAlgn="base" latinLnBrk="0" hangingPunct="0">
              <a:spcBef>
                <a:spcPct val="0"/>
              </a:spcBef>
              <a:spcAft>
                <a:spcPts val="600"/>
              </a:spcAft>
              <a:buClrTx/>
              <a:buSzTx/>
              <a:buNone/>
              <a:tabLst/>
            </a:pPr>
            <a:endParaRPr kumimoji="0" lang="en-US" altLang="en-US" sz="2000" b="0" i="0" u="none" strike="noStrike" cap="none" normalizeH="0" baseline="0">
              <a:ln>
                <a:noFill/>
              </a:ln>
              <a:effectLst/>
              <a:latin typeface="Arial" panose="020B0604020202020204" pitchFamily="34" charset="0"/>
            </a:endParaRPr>
          </a:p>
          <a:p>
            <a:pPr marL="0" marR="0" lvl="0" indent="0" defTabSz="914400" rtl="0" eaLnBrk="0" fontAlgn="base" latinLnBrk="0" hangingPunct="0">
              <a:spcBef>
                <a:spcPct val="0"/>
              </a:spcBef>
              <a:spcAft>
                <a:spcPts val="600"/>
              </a:spcAft>
              <a:buClrTx/>
              <a:buSzTx/>
              <a:buFontTx/>
              <a:buChar char="•"/>
              <a:tabLst/>
            </a:pPr>
            <a:r>
              <a:rPr kumimoji="0" lang="en-US" altLang="en-US" sz="2000" b="0" i="0" u="none" strike="noStrike" cap="none" normalizeH="0" baseline="0">
                <a:ln>
                  <a:noFill/>
                </a:ln>
                <a:effectLst/>
                <a:latin typeface="Arial" panose="020B0604020202020204" pitchFamily="34" charset="0"/>
              </a:rPr>
              <a:t>Administration expenses show limited impact </a:t>
            </a:r>
          </a:p>
          <a:p>
            <a:pPr marL="0" marR="0" lvl="0" indent="0" defTabSz="914400" rtl="0" eaLnBrk="0" fontAlgn="base" latinLnBrk="0" hangingPunct="0">
              <a:spcBef>
                <a:spcPct val="0"/>
              </a:spcBef>
              <a:spcAft>
                <a:spcPts val="600"/>
              </a:spcAft>
              <a:buClrTx/>
              <a:buSzTx/>
              <a:buNone/>
              <a:tabLst/>
            </a:pPr>
            <a:endParaRPr kumimoji="0" lang="en-US" altLang="en-US" sz="2000" b="0" i="0" u="none" strike="noStrike" cap="none" normalizeH="0" baseline="0">
              <a:ln>
                <a:noFill/>
              </a:ln>
              <a:effectLst/>
              <a:latin typeface="Arial" panose="020B0604020202020204" pitchFamily="34" charset="0"/>
            </a:endParaRPr>
          </a:p>
          <a:p>
            <a:pPr marL="0" marR="0" lvl="0" indent="0" defTabSz="914400" rtl="0" eaLnBrk="0" fontAlgn="base" latinLnBrk="0" hangingPunct="0">
              <a:spcBef>
                <a:spcPct val="0"/>
              </a:spcBef>
              <a:spcAft>
                <a:spcPts val="600"/>
              </a:spcAft>
              <a:buClrTx/>
              <a:buSzTx/>
              <a:buFontTx/>
              <a:buChar char="•"/>
              <a:tabLst/>
            </a:pPr>
            <a:r>
              <a:rPr kumimoji="0" lang="en-US" altLang="en-US" sz="2000" b="0" i="0" u="none" strike="noStrike" cap="none" normalizeH="0" baseline="0">
                <a:ln>
                  <a:noFill/>
                </a:ln>
                <a:effectLst/>
                <a:latin typeface="Arial" panose="020B0604020202020204" pitchFamily="34" charset="0"/>
              </a:rPr>
              <a:t>Linear Regression successfully predicted startup profit </a:t>
            </a:r>
          </a:p>
          <a:p>
            <a:pPr marL="0" marR="0" lvl="0" indent="0" defTabSz="914400" rtl="0" eaLnBrk="0" fontAlgn="base" latinLnBrk="0" hangingPunct="0">
              <a:spcBef>
                <a:spcPct val="0"/>
              </a:spcBef>
              <a:spcAft>
                <a:spcPts val="600"/>
              </a:spcAft>
              <a:buClrTx/>
              <a:buSzTx/>
              <a:buNone/>
              <a:tabLst/>
            </a:pPr>
            <a:endParaRPr kumimoji="0" lang="en-US" altLang="en-US" sz="2000" b="0" i="0" u="none" strike="noStrike" cap="none" normalizeH="0" baseline="0">
              <a:ln>
                <a:noFill/>
              </a:ln>
              <a:effectLst/>
              <a:latin typeface="Arial" panose="020B0604020202020204" pitchFamily="34" charset="0"/>
            </a:endParaRPr>
          </a:p>
          <a:p>
            <a:pPr marL="0" marR="0" lvl="0" indent="0" defTabSz="914400" rtl="0" eaLnBrk="0" fontAlgn="base" latinLnBrk="0" hangingPunct="0">
              <a:spcBef>
                <a:spcPct val="0"/>
              </a:spcBef>
              <a:spcAft>
                <a:spcPts val="600"/>
              </a:spcAft>
              <a:buClrTx/>
              <a:buSzTx/>
              <a:buFontTx/>
              <a:buChar char="•"/>
              <a:tabLst/>
            </a:pPr>
            <a:r>
              <a:rPr kumimoji="0" lang="en-US" altLang="en-US" sz="2000" b="0" i="0" u="none" strike="noStrike" cap="none" normalizeH="0" baseline="0">
                <a:ln>
                  <a:noFill/>
                </a:ln>
                <a:effectLst/>
                <a:latin typeface="Arial" panose="020B0604020202020204" pitchFamily="34" charset="0"/>
              </a:rPr>
              <a:t>Power BI dashboard helped visualize business insights effectively </a:t>
            </a:r>
          </a:p>
        </p:txBody>
      </p:sp>
    </p:spTree>
    <p:extLst>
      <p:ext uri="{BB962C8B-B14F-4D97-AF65-F5344CB8AC3E}">
        <p14:creationId xmlns:p14="http://schemas.microsoft.com/office/powerpoint/2010/main" val="3621984952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10" name="Rectangle 9">
            <a:extLst>
              <a:ext uri="{FF2B5EF4-FFF2-40B4-BE49-F238E27FC236}">
                <a16:creationId xmlns:a16="http://schemas.microsoft.com/office/drawing/2014/main" id="{BACC6370-2D7E-4714-9D71-7542949D7D5D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0" cy="6858000"/>
          </a:xfrm>
          <a:prstGeom prst="rect">
            <a:avLst/>
          </a:prstGeom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50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2" name="Rectangle 11">
            <a:extLst>
              <a:ext uri="{FF2B5EF4-FFF2-40B4-BE49-F238E27FC236}">
                <a16:creationId xmlns:a16="http://schemas.microsoft.com/office/drawing/2014/main" id="{F68B3F68-107C-434F-AA38-110D5EA91B85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flipH="1">
            <a:off x="2" y="0"/>
            <a:ext cx="12191998" cy="2170031"/>
          </a:xfrm>
          <a:prstGeom prst="rect">
            <a:avLst/>
          </a:prstGeom>
          <a:gradFill>
            <a:gsLst>
              <a:gs pos="0">
                <a:srgbClr val="000000">
                  <a:alpha val="96000"/>
                </a:srgbClr>
              </a:gs>
              <a:gs pos="100000">
                <a:schemeClr val="accent1">
                  <a:lumMod val="75000"/>
                </a:schemeClr>
              </a:gs>
            </a:gsLst>
            <a:lin ang="198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4" name="Rectangle 13">
            <a:extLst>
              <a:ext uri="{FF2B5EF4-FFF2-40B4-BE49-F238E27FC236}">
                <a16:creationId xmlns:a16="http://schemas.microsoft.com/office/drawing/2014/main" id="{AAD0DBB9-1A4B-4391-81D4-CB19F9AB918A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flipH="1">
            <a:off x="8082819" y="0"/>
            <a:ext cx="4097211" cy="2170661"/>
          </a:xfrm>
          <a:prstGeom prst="rect">
            <a:avLst/>
          </a:prstGeom>
          <a:gradFill>
            <a:gsLst>
              <a:gs pos="19000">
                <a:schemeClr val="accent1">
                  <a:lumMod val="50000"/>
                  <a:alpha val="68000"/>
                </a:schemeClr>
              </a:gs>
              <a:gs pos="100000">
                <a:schemeClr val="accent1">
                  <a:alpha val="48000"/>
                </a:schemeClr>
              </a:gs>
            </a:gsLst>
            <a:lin ang="192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6" name="Rectangle 15">
            <a:extLst>
              <a:ext uri="{FF2B5EF4-FFF2-40B4-BE49-F238E27FC236}">
                <a16:creationId xmlns:a16="http://schemas.microsoft.com/office/drawing/2014/main" id="{063BBA22-50EA-4C4D-BE05-F1CE4E63AA56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16200000" flipH="1">
            <a:off x="5010646" y="-5010043"/>
            <a:ext cx="2170709" cy="12192000"/>
          </a:xfrm>
          <a:prstGeom prst="rect">
            <a:avLst/>
          </a:prstGeom>
          <a:gradFill>
            <a:gsLst>
              <a:gs pos="23000">
                <a:schemeClr val="accent1">
                  <a:lumMod val="75000"/>
                  <a:alpha val="16000"/>
                </a:schemeClr>
              </a:gs>
              <a:gs pos="99000">
                <a:srgbClr val="000000">
                  <a:alpha val="45000"/>
                </a:srgbClr>
              </a:gs>
            </a:gsLst>
            <a:lin ang="210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6DFEEAB2-C96E-D363-DAD9-6586613C38C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383564" y="348865"/>
            <a:ext cx="9718111" cy="1576446"/>
          </a:xfrm>
        </p:spPr>
        <p:txBody>
          <a:bodyPr anchor="ctr">
            <a:normAutofit/>
          </a:bodyPr>
          <a:lstStyle/>
          <a:p>
            <a:r>
              <a:rPr lang="en-IN" sz="4000">
                <a:solidFill>
                  <a:srgbClr val="FFFFFF"/>
                </a:solidFill>
              </a:rPr>
              <a:t>Recommendations</a:t>
            </a:r>
          </a:p>
        </p:txBody>
      </p:sp>
      <p:graphicFrame>
        <p:nvGraphicFramePr>
          <p:cNvPr id="6" name="Rectangle 1">
            <a:extLst>
              <a:ext uri="{FF2B5EF4-FFF2-40B4-BE49-F238E27FC236}">
                <a16:creationId xmlns:a16="http://schemas.microsoft.com/office/drawing/2014/main" id="{AC42BE55-0FA3-9AA8-89BD-ECD8D317806E}"/>
              </a:ext>
            </a:extLst>
          </p:cNvPr>
          <p:cNvGraphicFramePr>
            <a:graphicFrameLocks noGrp="1"/>
          </p:cNvGraphicFramePr>
          <p:nvPr>
            <p:ph idx="1"/>
            <p:extLst>
              <p:ext uri="{D42A27DB-BD31-4B8C-83A1-F6EECF244321}">
                <p14:modId xmlns:p14="http://schemas.microsoft.com/office/powerpoint/2010/main" val="2149929748"/>
              </p:ext>
            </p:extLst>
          </p:nvPr>
        </p:nvGraphicFramePr>
        <p:xfrm>
          <a:off x="644056" y="2615979"/>
          <a:ext cx="10927829" cy="3689405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2" r:lo="rId3" r:qs="rId4" r:cs="rId5"/>
          </a:graphicData>
        </a:graphic>
      </p:graphicFrame>
    </p:spTree>
    <p:extLst>
      <p:ext uri="{BB962C8B-B14F-4D97-AF65-F5344CB8AC3E}">
        <p14:creationId xmlns:p14="http://schemas.microsoft.com/office/powerpoint/2010/main" val="3219048116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Arial">
      <a:majorFont>
        <a:latin typeface="Arial" panose="020B0604020202020204"/>
        <a:ea typeface=""/>
        <a:cs typeface=""/>
        <a:font script="Jpan" typeface="ＭＳ Ｐゴシック"/>
        <a:font script="Hang" typeface="굴림"/>
        <a:font script="Hans" typeface="黑体"/>
        <a:font script="Hant" typeface="微軟正黑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ajorFont>
      <a:minorFont>
        <a:latin typeface="Arial" panose="020B0604020202020204"/>
        <a:ea typeface=""/>
        <a:cs typeface=""/>
        <a:font script="Jpan" typeface="ＭＳ Ｐゴシック"/>
        <a:font script="Hang" typeface="굴림"/>
        <a:font script="Hans" typeface="黑体"/>
        <a:font script="Hant" typeface="微軟正黑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152</TotalTime>
  <Words>304</Words>
  <Application>Microsoft Office PowerPoint</Application>
  <PresentationFormat>Widescreen</PresentationFormat>
  <Paragraphs>88</Paragraphs>
  <Slides>13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13</vt:i4>
      </vt:variant>
    </vt:vector>
  </HeadingPairs>
  <TitlesOfParts>
    <vt:vector size="16" baseType="lpstr">
      <vt:lpstr>Aptos</vt:lpstr>
      <vt:lpstr>Arial</vt:lpstr>
      <vt:lpstr>Office Theme</vt:lpstr>
      <vt:lpstr>Startup Profit Analysis</vt:lpstr>
      <vt:lpstr>Objective of the Project</vt:lpstr>
      <vt:lpstr>Dataset Description</vt:lpstr>
      <vt:lpstr>SQL Data Analysis</vt:lpstr>
      <vt:lpstr>PowerPoint Presentation</vt:lpstr>
      <vt:lpstr>Linear Regression Analysis</vt:lpstr>
      <vt:lpstr>PowerPoint Presentation</vt:lpstr>
      <vt:lpstr>PowerPoint Presentation</vt:lpstr>
      <vt:lpstr>Predicted Profit Results</vt:lpstr>
      <vt:lpstr>Power BI Dashboard Visualization</vt:lpstr>
      <vt:lpstr>Dashboard Insights:</vt:lpstr>
      <vt:lpstr>Conclusion</vt:lpstr>
      <vt:lpstr>Recommendations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muskan thakur</dc:creator>
  <cp:lastModifiedBy>muskan thakur</cp:lastModifiedBy>
  <cp:revision>1</cp:revision>
  <dcterms:created xsi:type="dcterms:W3CDTF">2026-05-24T10:19:01Z</dcterms:created>
  <dcterms:modified xsi:type="dcterms:W3CDTF">2026-05-24T12:51:55Z</dcterms:modified>
</cp:coreProperties>
</file>